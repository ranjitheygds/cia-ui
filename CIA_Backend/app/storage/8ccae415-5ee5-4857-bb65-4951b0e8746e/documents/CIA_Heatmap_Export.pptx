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Change Impact Heatmap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Function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People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Process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Organization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73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7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73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78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7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73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73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737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7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78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2026-03-24T09:42:28Z</dcterms:created>
  <dcterms:modified xsi:type="dcterms:W3CDTF">2026-03-24T09:42:28Z</dcterms:modified>
</cp:coreProperties>
</file>