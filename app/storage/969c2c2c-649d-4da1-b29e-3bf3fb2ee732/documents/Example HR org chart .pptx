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8E4175-0B20-4A1C-A27D-C7EDEE4CE1D4}" v="2" dt="2026-03-20T11:17:15.7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>
        <p:scale>
          <a:sx n="98" d="100"/>
          <a:sy n="98" d="100"/>
        </p:scale>
        <p:origin x="1014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elaine Fulford" userId="76f8db35-a595-402b-94a1-ca947d27d3ec" providerId="ADAL" clId="{266D32A3-865E-4E2B-BDA8-E7FDFD5D058C}"/>
    <pc:docChg chg="modSld">
      <pc:chgData name="Madelaine Fulford" userId="76f8db35-a595-402b-94a1-ca947d27d3ec" providerId="ADAL" clId="{266D32A3-865E-4E2B-BDA8-E7FDFD5D058C}" dt="2026-03-20T11:17:15.718" v="1" actId="12100"/>
      <pc:docMkLst>
        <pc:docMk/>
      </pc:docMkLst>
      <pc:sldChg chg="modSp">
        <pc:chgData name="Madelaine Fulford" userId="76f8db35-a595-402b-94a1-ca947d27d3ec" providerId="ADAL" clId="{266D32A3-865E-4E2B-BDA8-E7FDFD5D058C}" dt="2026-03-20T11:17:15.718" v="1" actId="12100"/>
        <pc:sldMkLst>
          <pc:docMk/>
          <pc:sldMk cId="332363521" sldId="256"/>
        </pc:sldMkLst>
        <pc:graphicFrameChg chg="mod">
          <ac:chgData name="Madelaine Fulford" userId="76f8db35-a595-402b-94a1-ca947d27d3ec" providerId="ADAL" clId="{266D32A3-865E-4E2B-BDA8-E7FDFD5D058C}" dt="2026-03-20T11:17:15.718" v="1" actId="12100"/>
          <ac:graphicFrameMkLst>
            <pc:docMk/>
            <pc:sldMk cId="332363521" sldId="256"/>
            <ac:graphicFrameMk id="4" creationId="{3D0996F2-6C5F-2886-8AEB-932C64BACD62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400F9A-7292-408F-A5F8-83C8318CEB37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BE4395BA-96F3-43D4-BCED-EAC3C3A0EF67}">
      <dgm:prSet phldrT="[Text]" phldr="0"/>
      <dgm:spPr/>
      <dgm:t>
        <a:bodyPr/>
        <a:lstStyle/>
        <a:p>
          <a:r>
            <a:rPr lang="en-GB" dirty="0"/>
            <a:t>CEO</a:t>
          </a:r>
        </a:p>
      </dgm:t>
    </dgm:pt>
    <dgm:pt modelId="{96D81151-1093-4CF2-83D8-9CE8F3C1EE88}" type="parTrans" cxnId="{78B95914-92CF-4DF0-9BC8-850C19C37392}">
      <dgm:prSet/>
      <dgm:spPr/>
      <dgm:t>
        <a:bodyPr/>
        <a:lstStyle/>
        <a:p>
          <a:endParaRPr lang="en-GB"/>
        </a:p>
      </dgm:t>
    </dgm:pt>
    <dgm:pt modelId="{E67625B1-8867-49CB-AEC2-E3A22D3BEF44}" type="sibTrans" cxnId="{78B95914-92CF-4DF0-9BC8-850C19C37392}">
      <dgm:prSet/>
      <dgm:spPr/>
      <dgm:t>
        <a:bodyPr/>
        <a:lstStyle/>
        <a:p>
          <a:endParaRPr lang="en-GB"/>
        </a:p>
      </dgm:t>
    </dgm:pt>
    <dgm:pt modelId="{7BC43F38-62DC-4B38-B66A-51FB91F2861C}">
      <dgm:prSet phldrT="[Text]" phldr="0"/>
      <dgm:spPr/>
      <dgm:t>
        <a:bodyPr/>
        <a:lstStyle/>
        <a:p>
          <a:r>
            <a:rPr lang="en-GB" dirty="0"/>
            <a:t>CHRO</a:t>
          </a:r>
        </a:p>
      </dgm:t>
    </dgm:pt>
    <dgm:pt modelId="{0F84ACC7-64C9-4D59-BE35-5E9A0AC0923B}" type="parTrans" cxnId="{B8A45208-6F28-4176-B1EE-7F0EBD0BF091}">
      <dgm:prSet/>
      <dgm:spPr/>
      <dgm:t>
        <a:bodyPr/>
        <a:lstStyle/>
        <a:p>
          <a:endParaRPr lang="en-GB"/>
        </a:p>
      </dgm:t>
    </dgm:pt>
    <dgm:pt modelId="{4F8F544D-7B45-4C20-8972-632509DC8D82}" type="sibTrans" cxnId="{B8A45208-6F28-4176-B1EE-7F0EBD0BF091}">
      <dgm:prSet/>
      <dgm:spPr/>
      <dgm:t>
        <a:bodyPr/>
        <a:lstStyle/>
        <a:p>
          <a:endParaRPr lang="en-GB"/>
        </a:p>
      </dgm:t>
    </dgm:pt>
    <dgm:pt modelId="{F09B169B-CE3B-4DAC-A9D1-0312CC974222}">
      <dgm:prSet/>
      <dgm:spPr/>
      <dgm:t>
        <a:bodyPr/>
        <a:lstStyle/>
        <a:p>
          <a:r>
            <a:rPr lang="en-GB" dirty="0"/>
            <a:t>Recruitment Director</a:t>
          </a:r>
        </a:p>
      </dgm:t>
    </dgm:pt>
    <dgm:pt modelId="{2B2B9536-9C8D-421B-A4A1-4B90C5BB6773}" type="parTrans" cxnId="{A50EE872-B163-4F1B-BABC-A5538D6C7B0B}">
      <dgm:prSet/>
      <dgm:spPr/>
      <dgm:t>
        <a:bodyPr/>
        <a:lstStyle/>
        <a:p>
          <a:endParaRPr lang="en-GB"/>
        </a:p>
      </dgm:t>
    </dgm:pt>
    <dgm:pt modelId="{D94BD5BF-671C-4F73-AD05-6BA1F3259DCA}" type="sibTrans" cxnId="{A50EE872-B163-4F1B-BABC-A5538D6C7B0B}">
      <dgm:prSet/>
      <dgm:spPr/>
      <dgm:t>
        <a:bodyPr/>
        <a:lstStyle/>
        <a:p>
          <a:endParaRPr lang="en-GB"/>
        </a:p>
      </dgm:t>
    </dgm:pt>
    <dgm:pt modelId="{5C1E863E-257A-4428-9543-7F4B80492AFD}">
      <dgm:prSet/>
      <dgm:spPr/>
      <dgm:t>
        <a:bodyPr/>
        <a:lstStyle/>
        <a:p>
          <a:r>
            <a:rPr lang="en-GB" dirty="0"/>
            <a:t>HR Director</a:t>
          </a:r>
        </a:p>
      </dgm:t>
    </dgm:pt>
    <dgm:pt modelId="{98C1F224-E786-45B8-A5EF-06C315B37D0B}" type="sibTrans" cxnId="{E115755D-17D9-4F7B-946F-4909FE6404C3}">
      <dgm:prSet/>
      <dgm:spPr/>
      <dgm:t>
        <a:bodyPr/>
        <a:lstStyle/>
        <a:p>
          <a:endParaRPr lang="en-GB"/>
        </a:p>
      </dgm:t>
    </dgm:pt>
    <dgm:pt modelId="{9F2E37B0-298D-42F6-942B-02BB371BA76D}" type="parTrans" cxnId="{E115755D-17D9-4F7B-946F-4909FE6404C3}">
      <dgm:prSet/>
      <dgm:spPr/>
      <dgm:t>
        <a:bodyPr/>
        <a:lstStyle/>
        <a:p>
          <a:endParaRPr lang="en-GB"/>
        </a:p>
      </dgm:t>
    </dgm:pt>
    <dgm:pt modelId="{B515D420-590C-42E9-802F-BEE3F3293B9C}">
      <dgm:prSet/>
      <dgm:spPr/>
      <dgm:t>
        <a:bodyPr/>
        <a:lstStyle/>
        <a:p>
          <a:r>
            <a:rPr lang="en-GB" dirty="0"/>
            <a:t>VP</a:t>
          </a:r>
        </a:p>
      </dgm:t>
    </dgm:pt>
    <dgm:pt modelId="{C7D9310B-86C9-4D35-871F-B591AAE2A695}" type="sibTrans" cxnId="{8F124BB3-E8D2-442E-90C0-381A6F32A95E}">
      <dgm:prSet/>
      <dgm:spPr/>
      <dgm:t>
        <a:bodyPr/>
        <a:lstStyle/>
        <a:p>
          <a:endParaRPr lang="en-GB"/>
        </a:p>
      </dgm:t>
    </dgm:pt>
    <dgm:pt modelId="{3E0A2978-0EEB-49B9-B21E-972D1AB7DCE1}" type="parTrans" cxnId="{8F124BB3-E8D2-442E-90C0-381A6F32A95E}">
      <dgm:prSet/>
      <dgm:spPr/>
      <dgm:t>
        <a:bodyPr/>
        <a:lstStyle/>
        <a:p>
          <a:endParaRPr lang="en-GB"/>
        </a:p>
      </dgm:t>
    </dgm:pt>
    <dgm:pt modelId="{5BC09251-6D28-4710-BDF0-4128900C9F8A}">
      <dgm:prSet/>
      <dgm:spPr/>
      <dgm:t>
        <a:bodyPr/>
        <a:lstStyle/>
        <a:p>
          <a:r>
            <a:rPr lang="en-GB" dirty="0"/>
            <a:t>Recruiting Coordinator</a:t>
          </a:r>
        </a:p>
      </dgm:t>
    </dgm:pt>
    <dgm:pt modelId="{EF5CFFB0-3281-414F-A054-A0ABB18D63D9}" type="parTrans" cxnId="{193C15B5-A0FD-4BE8-B2C5-EF8DC744FBB8}">
      <dgm:prSet/>
      <dgm:spPr/>
      <dgm:t>
        <a:bodyPr/>
        <a:lstStyle/>
        <a:p>
          <a:endParaRPr lang="en-GB"/>
        </a:p>
      </dgm:t>
    </dgm:pt>
    <dgm:pt modelId="{220A0063-988B-4A75-86D6-FBB7832462B4}" type="sibTrans" cxnId="{193C15B5-A0FD-4BE8-B2C5-EF8DC744FBB8}">
      <dgm:prSet/>
      <dgm:spPr/>
      <dgm:t>
        <a:bodyPr/>
        <a:lstStyle/>
        <a:p>
          <a:endParaRPr lang="en-GB"/>
        </a:p>
      </dgm:t>
    </dgm:pt>
    <dgm:pt modelId="{CC0546E9-0133-49CB-8FB8-10CADDA31494}">
      <dgm:prSet/>
      <dgm:spPr/>
      <dgm:t>
        <a:bodyPr/>
        <a:lstStyle/>
        <a:p>
          <a:r>
            <a:rPr lang="en-GB" dirty="0"/>
            <a:t>Recruiter</a:t>
          </a:r>
        </a:p>
      </dgm:t>
    </dgm:pt>
    <dgm:pt modelId="{1D8C1199-80CE-46B1-8E02-A4F9F221A94E}" type="parTrans" cxnId="{13002396-5FD1-4857-9B9B-7ABC350E9474}">
      <dgm:prSet/>
      <dgm:spPr/>
      <dgm:t>
        <a:bodyPr/>
        <a:lstStyle/>
        <a:p>
          <a:endParaRPr lang="en-GB"/>
        </a:p>
      </dgm:t>
    </dgm:pt>
    <dgm:pt modelId="{A0F44ACA-8404-4D3F-9AA6-F51AD8B7757B}" type="sibTrans" cxnId="{13002396-5FD1-4857-9B9B-7ABC350E9474}">
      <dgm:prSet/>
      <dgm:spPr/>
      <dgm:t>
        <a:bodyPr/>
        <a:lstStyle/>
        <a:p>
          <a:endParaRPr lang="en-GB"/>
        </a:p>
      </dgm:t>
    </dgm:pt>
    <dgm:pt modelId="{23017607-296D-4FFE-88F1-884FFCB52361}">
      <dgm:prSet/>
      <dgm:spPr/>
      <dgm:t>
        <a:bodyPr/>
        <a:lstStyle/>
        <a:p>
          <a:r>
            <a:rPr lang="en-GB" dirty="0"/>
            <a:t>Recruiter</a:t>
          </a:r>
        </a:p>
      </dgm:t>
    </dgm:pt>
    <dgm:pt modelId="{62EB1C97-74F3-4AAD-8193-1360EBB46E9D}" type="parTrans" cxnId="{C603FB4C-F8D5-48F3-89E8-1C646F489E8D}">
      <dgm:prSet/>
      <dgm:spPr/>
      <dgm:t>
        <a:bodyPr/>
        <a:lstStyle/>
        <a:p>
          <a:endParaRPr lang="en-GB"/>
        </a:p>
      </dgm:t>
    </dgm:pt>
    <dgm:pt modelId="{3394B689-55FA-4E44-8248-571A4290F189}" type="sibTrans" cxnId="{C603FB4C-F8D5-48F3-89E8-1C646F489E8D}">
      <dgm:prSet/>
      <dgm:spPr/>
      <dgm:t>
        <a:bodyPr/>
        <a:lstStyle/>
        <a:p>
          <a:endParaRPr lang="en-GB"/>
        </a:p>
      </dgm:t>
    </dgm:pt>
    <dgm:pt modelId="{F12684B1-678E-4145-883E-AE194C711048}">
      <dgm:prSet/>
      <dgm:spPr/>
      <dgm:t>
        <a:bodyPr/>
        <a:lstStyle/>
        <a:p>
          <a:r>
            <a:rPr lang="en-GB" dirty="0"/>
            <a:t>Executive Search Coordinator</a:t>
          </a:r>
        </a:p>
      </dgm:t>
    </dgm:pt>
    <dgm:pt modelId="{9D59AC7E-7ED5-4AC5-81A1-3A9CA6A548D7}" type="parTrans" cxnId="{D32260C3-D515-4BEF-84E4-350720B39754}">
      <dgm:prSet/>
      <dgm:spPr/>
      <dgm:t>
        <a:bodyPr/>
        <a:lstStyle/>
        <a:p>
          <a:endParaRPr lang="en-GB"/>
        </a:p>
      </dgm:t>
    </dgm:pt>
    <dgm:pt modelId="{67070FC1-DEC9-4F60-B916-8EC6396F010C}" type="sibTrans" cxnId="{D32260C3-D515-4BEF-84E4-350720B39754}">
      <dgm:prSet/>
      <dgm:spPr/>
      <dgm:t>
        <a:bodyPr/>
        <a:lstStyle/>
        <a:p>
          <a:endParaRPr lang="en-GB"/>
        </a:p>
      </dgm:t>
    </dgm:pt>
    <dgm:pt modelId="{1BEA3962-0FC4-4868-830D-5A82C896EF01}">
      <dgm:prSet/>
      <dgm:spPr/>
      <dgm:t>
        <a:bodyPr/>
        <a:lstStyle/>
        <a:p>
          <a:r>
            <a:rPr lang="en-GB" dirty="0"/>
            <a:t>HR Manager</a:t>
          </a:r>
        </a:p>
      </dgm:t>
    </dgm:pt>
    <dgm:pt modelId="{5BD35A1A-D91C-4655-8E57-AC1773BFBE86}" type="parTrans" cxnId="{15FF8B20-8582-4572-9036-AF4226C48057}">
      <dgm:prSet/>
      <dgm:spPr/>
      <dgm:t>
        <a:bodyPr/>
        <a:lstStyle/>
        <a:p>
          <a:endParaRPr lang="en-GB"/>
        </a:p>
      </dgm:t>
    </dgm:pt>
    <dgm:pt modelId="{E859C781-B993-4215-A9A8-3F0A10530F01}" type="sibTrans" cxnId="{15FF8B20-8582-4572-9036-AF4226C48057}">
      <dgm:prSet/>
      <dgm:spPr/>
      <dgm:t>
        <a:bodyPr/>
        <a:lstStyle/>
        <a:p>
          <a:endParaRPr lang="en-GB"/>
        </a:p>
      </dgm:t>
    </dgm:pt>
    <dgm:pt modelId="{98A4FDF1-D966-4BAF-9B07-D76FD3FC425E}">
      <dgm:prSet/>
      <dgm:spPr/>
      <dgm:t>
        <a:bodyPr/>
        <a:lstStyle/>
        <a:p>
          <a:r>
            <a:rPr lang="en-GB" dirty="0"/>
            <a:t>Compensation &amp; Benefits Senior Manager</a:t>
          </a:r>
        </a:p>
      </dgm:t>
    </dgm:pt>
    <dgm:pt modelId="{FC73AA62-5713-4E35-9145-0F3360B64359}" type="parTrans" cxnId="{11CCA2B8-3DF6-49BC-A6BF-E698ACB84433}">
      <dgm:prSet/>
      <dgm:spPr/>
      <dgm:t>
        <a:bodyPr/>
        <a:lstStyle/>
        <a:p>
          <a:endParaRPr lang="en-GB"/>
        </a:p>
      </dgm:t>
    </dgm:pt>
    <dgm:pt modelId="{5D9FC715-2F45-4728-B339-A20A7E5C67F5}" type="sibTrans" cxnId="{11CCA2B8-3DF6-49BC-A6BF-E698ACB84433}">
      <dgm:prSet/>
      <dgm:spPr/>
      <dgm:t>
        <a:bodyPr/>
        <a:lstStyle/>
        <a:p>
          <a:endParaRPr lang="en-GB"/>
        </a:p>
      </dgm:t>
    </dgm:pt>
    <dgm:pt modelId="{3D946C6F-AB59-4E1F-9EE2-37B22AA34F36}">
      <dgm:prSet/>
      <dgm:spPr/>
      <dgm:t>
        <a:bodyPr/>
        <a:lstStyle/>
        <a:p>
          <a:r>
            <a:rPr lang="en-GB" dirty="0"/>
            <a:t>HR Generalist</a:t>
          </a:r>
        </a:p>
      </dgm:t>
    </dgm:pt>
    <dgm:pt modelId="{C970FCFF-5D19-4445-B717-040C2DDA502C}" type="parTrans" cxnId="{027B75C0-C72F-497A-B48A-676FED454499}">
      <dgm:prSet/>
      <dgm:spPr/>
      <dgm:t>
        <a:bodyPr/>
        <a:lstStyle/>
        <a:p>
          <a:endParaRPr lang="en-GB"/>
        </a:p>
      </dgm:t>
    </dgm:pt>
    <dgm:pt modelId="{798E8B38-09F0-47D5-88C2-FFC4E7765FC3}" type="sibTrans" cxnId="{027B75C0-C72F-497A-B48A-676FED454499}">
      <dgm:prSet/>
      <dgm:spPr/>
      <dgm:t>
        <a:bodyPr/>
        <a:lstStyle/>
        <a:p>
          <a:endParaRPr lang="en-GB"/>
        </a:p>
      </dgm:t>
    </dgm:pt>
    <dgm:pt modelId="{E3EAE3F7-F004-4468-BA3A-6CD17A35D9AF}">
      <dgm:prSet/>
      <dgm:spPr/>
      <dgm:t>
        <a:bodyPr/>
        <a:lstStyle/>
        <a:p>
          <a:r>
            <a:rPr lang="en-GB" dirty="0"/>
            <a:t>HR Specialist</a:t>
          </a:r>
        </a:p>
      </dgm:t>
    </dgm:pt>
    <dgm:pt modelId="{209084EB-654D-43C6-996F-0FAAB408AD05}" type="parTrans" cxnId="{480AF1E8-E742-433B-865D-B3741466C17F}">
      <dgm:prSet/>
      <dgm:spPr/>
      <dgm:t>
        <a:bodyPr/>
        <a:lstStyle/>
        <a:p>
          <a:endParaRPr lang="en-GB"/>
        </a:p>
      </dgm:t>
    </dgm:pt>
    <dgm:pt modelId="{00541DBF-401B-4769-8CDA-4B85237FBD21}" type="sibTrans" cxnId="{480AF1E8-E742-433B-865D-B3741466C17F}">
      <dgm:prSet/>
      <dgm:spPr/>
      <dgm:t>
        <a:bodyPr/>
        <a:lstStyle/>
        <a:p>
          <a:endParaRPr lang="en-GB"/>
        </a:p>
      </dgm:t>
    </dgm:pt>
    <dgm:pt modelId="{6361431C-2F7E-46C7-947C-526B89280C9D}">
      <dgm:prSet/>
      <dgm:spPr/>
      <dgm:t>
        <a:bodyPr/>
        <a:lstStyle/>
        <a:p>
          <a:r>
            <a:rPr lang="en-GB" dirty="0"/>
            <a:t>Payroll Specialist</a:t>
          </a:r>
        </a:p>
      </dgm:t>
    </dgm:pt>
    <dgm:pt modelId="{E25D69DA-2ABD-4ED9-A59C-286D83108734}" type="parTrans" cxnId="{BD93F7EF-9939-4D05-9E91-11020B7B040A}">
      <dgm:prSet/>
      <dgm:spPr/>
      <dgm:t>
        <a:bodyPr/>
        <a:lstStyle/>
        <a:p>
          <a:endParaRPr lang="en-GB"/>
        </a:p>
      </dgm:t>
    </dgm:pt>
    <dgm:pt modelId="{EF779F0B-BE12-45B1-BDD1-BBCB3342EA22}" type="sibTrans" cxnId="{BD93F7EF-9939-4D05-9E91-11020B7B040A}">
      <dgm:prSet/>
      <dgm:spPr/>
      <dgm:t>
        <a:bodyPr/>
        <a:lstStyle/>
        <a:p>
          <a:endParaRPr lang="en-GB"/>
        </a:p>
      </dgm:t>
    </dgm:pt>
    <dgm:pt modelId="{FCAAB3E8-343D-4A80-B10D-641DC67B10BA}">
      <dgm:prSet/>
      <dgm:spPr/>
      <dgm:t>
        <a:bodyPr/>
        <a:lstStyle/>
        <a:p>
          <a:r>
            <a:rPr lang="en-GB" dirty="0"/>
            <a:t>HR Senior Manager</a:t>
          </a:r>
        </a:p>
      </dgm:t>
    </dgm:pt>
    <dgm:pt modelId="{F11252FF-6F9E-445F-9066-4C2E542B69E9}" type="parTrans" cxnId="{5059D1A6-80E2-45C2-B118-CF7D3BEB9482}">
      <dgm:prSet/>
      <dgm:spPr/>
      <dgm:t>
        <a:bodyPr/>
        <a:lstStyle/>
        <a:p>
          <a:endParaRPr lang="en-GB"/>
        </a:p>
      </dgm:t>
    </dgm:pt>
    <dgm:pt modelId="{449D7DE2-A7F3-4BB4-8681-5C73C8CEA392}" type="sibTrans" cxnId="{5059D1A6-80E2-45C2-B118-CF7D3BEB9482}">
      <dgm:prSet/>
      <dgm:spPr/>
      <dgm:t>
        <a:bodyPr/>
        <a:lstStyle/>
        <a:p>
          <a:endParaRPr lang="en-GB"/>
        </a:p>
      </dgm:t>
    </dgm:pt>
    <dgm:pt modelId="{6DCC12A9-A2AC-4F58-9712-D1F28B477460}">
      <dgm:prSet/>
      <dgm:spPr/>
      <dgm:t>
        <a:bodyPr/>
        <a:lstStyle/>
        <a:p>
          <a:r>
            <a:rPr lang="en-GB" dirty="0"/>
            <a:t>Recruiting Coordinator</a:t>
          </a:r>
        </a:p>
      </dgm:t>
    </dgm:pt>
    <dgm:pt modelId="{1BCF31A6-C25A-46AB-BB0A-25735064EF53}" type="parTrans" cxnId="{11ADC346-050A-474E-BD07-87087D12E435}">
      <dgm:prSet/>
      <dgm:spPr/>
      <dgm:t>
        <a:bodyPr/>
        <a:lstStyle/>
        <a:p>
          <a:endParaRPr lang="en-GB"/>
        </a:p>
      </dgm:t>
    </dgm:pt>
    <dgm:pt modelId="{AD82A3A2-2748-4F3D-B2E9-D821E0198202}" type="sibTrans" cxnId="{11ADC346-050A-474E-BD07-87087D12E435}">
      <dgm:prSet/>
      <dgm:spPr/>
      <dgm:t>
        <a:bodyPr/>
        <a:lstStyle/>
        <a:p>
          <a:endParaRPr lang="en-GB"/>
        </a:p>
      </dgm:t>
    </dgm:pt>
    <dgm:pt modelId="{D5538B57-C499-418B-A3B8-576408F22A49}">
      <dgm:prSet/>
      <dgm:spPr/>
      <dgm:t>
        <a:bodyPr/>
        <a:lstStyle/>
        <a:p>
          <a:r>
            <a:rPr lang="en-GB" dirty="0"/>
            <a:t>Training Director</a:t>
          </a:r>
        </a:p>
      </dgm:t>
    </dgm:pt>
    <dgm:pt modelId="{67182FD8-DDA9-463C-9174-163DAF2C6AC7}" type="parTrans" cxnId="{03DE4FCA-9584-4BB6-8343-DD7B2A97459F}">
      <dgm:prSet/>
      <dgm:spPr/>
      <dgm:t>
        <a:bodyPr/>
        <a:lstStyle/>
        <a:p>
          <a:endParaRPr lang="en-GB"/>
        </a:p>
      </dgm:t>
    </dgm:pt>
    <dgm:pt modelId="{62C21CE5-993F-4C2B-B827-2777F14AF505}" type="sibTrans" cxnId="{03DE4FCA-9584-4BB6-8343-DD7B2A97459F}">
      <dgm:prSet/>
      <dgm:spPr/>
      <dgm:t>
        <a:bodyPr/>
        <a:lstStyle/>
        <a:p>
          <a:endParaRPr lang="en-GB"/>
        </a:p>
      </dgm:t>
    </dgm:pt>
    <dgm:pt modelId="{15081ACC-2969-49C8-8552-67C84A50A41F}">
      <dgm:prSet/>
      <dgm:spPr/>
      <dgm:t>
        <a:bodyPr/>
        <a:lstStyle/>
        <a:p>
          <a:r>
            <a:rPr lang="en-GB"/>
            <a:t>Training Senior Manager</a:t>
          </a:r>
          <a:endParaRPr lang="en-GB" dirty="0"/>
        </a:p>
      </dgm:t>
    </dgm:pt>
    <dgm:pt modelId="{24BB2B53-6039-457F-BE33-9CDA26D8B23A}" type="parTrans" cxnId="{2EC549A1-F47E-49E1-8F01-1AF652B9F977}">
      <dgm:prSet/>
      <dgm:spPr/>
      <dgm:t>
        <a:bodyPr/>
        <a:lstStyle/>
        <a:p>
          <a:endParaRPr lang="en-GB"/>
        </a:p>
      </dgm:t>
    </dgm:pt>
    <dgm:pt modelId="{0A4663DC-86A9-4AE8-AB13-2E7EBF78110C}" type="sibTrans" cxnId="{2EC549A1-F47E-49E1-8F01-1AF652B9F977}">
      <dgm:prSet/>
      <dgm:spPr/>
      <dgm:t>
        <a:bodyPr/>
        <a:lstStyle/>
        <a:p>
          <a:endParaRPr lang="en-GB"/>
        </a:p>
      </dgm:t>
    </dgm:pt>
    <dgm:pt modelId="{CA417B0A-1E65-451B-B398-F91A40391796}">
      <dgm:prSet/>
      <dgm:spPr/>
      <dgm:t>
        <a:bodyPr/>
        <a:lstStyle/>
        <a:p>
          <a:r>
            <a:rPr lang="en-GB" dirty="0"/>
            <a:t>Compensation &amp; Benefits Manager</a:t>
          </a:r>
        </a:p>
      </dgm:t>
    </dgm:pt>
    <dgm:pt modelId="{115C299E-E1F9-423F-A14D-881313F80840}" type="parTrans" cxnId="{58C2C263-F207-405C-A565-AADB67D7890F}">
      <dgm:prSet/>
      <dgm:spPr/>
      <dgm:t>
        <a:bodyPr/>
        <a:lstStyle/>
        <a:p>
          <a:endParaRPr lang="en-GB"/>
        </a:p>
      </dgm:t>
    </dgm:pt>
    <dgm:pt modelId="{D0980121-8E63-4D2D-9F87-3DB03375CAC4}" type="sibTrans" cxnId="{58C2C263-F207-405C-A565-AADB67D7890F}">
      <dgm:prSet/>
      <dgm:spPr/>
      <dgm:t>
        <a:bodyPr/>
        <a:lstStyle/>
        <a:p>
          <a:endParaRPr lang="en-GB"/>
        </a:p>
      </dgm:t>
    </dgm:pt>
    <dgm:pt modelId="{564BF7D7-841A-44A1-9011-9A8593783117}">
      <dgm:prSet/>
      <dgm:spPr/>
      <dgm:t>
        <a:bodyPr/>
        <a:lstStyle/>
        <a:p>
          <a:r>
            <a:rPr lang="en-GB" dirty="0"/>
            <a:t>Training Manager</a:t>
          </a:r>
        </a:p>
      </dgm:t>
    </dgm:pt>
    <dgm:pt modelId="{42B83A84-6DF6-4CC6-8F7D-3679FCBA3AEB}" type="parTrans" cxnId="{C26F9612-EC4F-409D-8BAA-0D9119D807D5}">
      <dgm:prSet/>
      <dgm:spPr/>
      <dgm:t>
        <a:bodyPr/>
        <a:lstStyle/>
        <a:p>
          <a:endParaRPr lang="en-GB"/>
        </a:p>
      </dgm:t>
    </dgm:pt>
    <dgm:pt modelId="{5AFD00F7-F578-470D-A1E3-53B4E4F1ED0B}" type="sibTrans" cxnId="{C26F9612-EC4F-409D-8BAA-0D9119D807D5}">
      <dgm:prSet/>
      <dgm:spPr/>
      <dgm:t>
        <a:bodyPr/>
        <a:lstStyle/>
        <a:p>
          <a:endParaRPr lang="en-GB"/>
        </a:p>
      </dgm:t>
    </dgm:pt>
    <dgm:pt modelId="{DBE5DD79-95A1-45D6-9257-A961F3BC9C96}">
      <dgm:prSet/>
      <dgm:spPr/>
      <dgm:t>
        <a:bodyPr/>
        <a:lstStyle/>
        <a:p>
          <a:r>
            <a:rPr lang="en-GB" dirty="0"/>
            <a:t>Training Coordinator</a:t>
          </a:r>
        </a:p>
      </dgm:t>
    </dgm:pt>
    <dgm:pt modelId="{01F00117-A692-46AD-8C55-2058090EDDB1}" type="parTrans" cxnId="{30E1EB46-522A-4C64-AA6A-BE7E596EF133}">
      <dgm:prSet/>
      <dgm:spPr/>
      <dgm:t>
        <a:bodyPr/>
        <a:lstStyle/>
        <a:p>
          <a:endParaRPr lang="en-GB"/>
        </a:p>
      </dgm:t>
    </dgm:pt>
    <dgm:pt modelId="{44D6F8B0-0A6C-4C65-A596-B4AB78396250}" type="sibTrans" cxnId="{30E1EB46-522A-4C64-AA6A-BE7E596EF133}">
      <dgm:prSet/>
      <dgm:spPr/>
      <dgm:t>
        <a:bodyPr/>
        <a:lstStyle/>
        <a:p>
          <a:endParaRPr lang="en-GB"/>
        </a:p>
      </dgm:t>
    </dgm:pt>
    <dgm:pt modelId="{003E8E4B-60BD-4D55-AAF9-405010A8205E}">
      <dgm:prSet/>
      <dgm:spPr/>
      <dgm:t>
        <a:bodyPr/>
        <a:lstStyle/>
        <a:p>
          <a:r>
            <a:rPr lang="en-GB"/>
            <a:t>Training Coordinator</a:t>
          </a:r>
        </a:p>
      </dgm:t>
    </dgm:pt>
    <dgm:pt modelId="{B889A146-1C19-42C5-9968-E18E727FFBBC}" type="parTrans" cxnId="{B87CF928-32A1-4A69-91DE-335A6543BEA0}">
      <dgm:prSet/>
      <dgm:spPr/>
      <dgm:t>
        <a:bodyPr/>
        <a:lstStyle/>
        <a:p>
          <a:endParaRPr lang="en-GB"/>
        </a:p>
      </dgm:t>
    </dgm:pt>
    <dgm:pt modelId="{2B30F168-BF6F-4D7E-B92E-28C3CB92A628}" type="sibTrans" cxnId="{B87CF928-32A1-4A69-91DE-335A6543BEA0}">
      <dgm:prSet/>
      <dgm:spPr/>
      <dgm:t>
        <a:bodyPr/>
        <a:lstStyle/>
        <a:p>
          <a:endParaRPr lang="en-GB"/>
        </a:p>
      </dgm:t>
    </dgm:pt>
    <dgm:pt modelId="{E111971D-C0C3-4F09-9E08-C4A5F7713190}" type="pres">
      <dgm:prSet presAssocID="{CE400F9A-7292-408F-A5F8-83C8318CEB37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23065FA-8176-4AED-87B2-2BC39F9B318D}" type="pres">
      <dgm:prSet presAssocID="{CE400F9A-7292-408F-A5F8-83C8318CEB37}" presName="hierFlow" presStyleCnt="0"/>
      <dgm:spPr/>
    </dgm:pt>
    <dgm:pt modelId="{984268A6-EC1E-4176-A34E-2E2CAB41ADE9}" type="pres">
      <dgm:prSet presAssocID="{CE400F9A-7292-408F-A5F8-83C8318CEB37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E162D292-9B2D-4C47-B2DA-B77004E8B889}" type="pres">
      <dgm:prSet presAssocID="{BE4395BA-96F3-43D4-BCED-EAC3C3A0EF67}" presName="Name14" presStyleCnt="0"/>
      <dgm:spPr/>
    </dgm:pt>
    <dgm:pt modelId="{574D9DA8-FB47-4AD4-B1D5-730CDC2C4120}" type="pres">
      <dgm:prSet presAssocID="{BE4395BA-96F3-43D4-BCED-EAC3C3A0EF67}" presName="level1Shape" presStyleLbl="node0" presStyleIdx="0" presStyleCnt="1">
        <dgm:presLayoutVars>
          <dgm:chPref val="3"/>
        </dgm:presLayoutVars>
      </dgm:prSet>
      <dgm:spPr/>
    </dgm:pt>
    <dgm:pt modelId="{A87E9151-0835-4B68-A7A3-0A7AE9FB1D85}" type="pres">
      <dgm:prSet presAssocID="{BE4395BA-96F3-43D4-BCED-EAC3C3A0EF67}" presName="hierChild2" presStyleCnt="0"/>
      <dgm:spPr/>
    </dgm:pt>
    <dgm:pt modelId="{FF71500E-31A1-48F1-9B02-FC9EFB88DC52}" type="pres">
      <dgm:prSet presAssocID="{0F84ACC7-64C9-4D59-BE35-5E9A0AC0923B}" presName="Name19" presStyleLbl="parChTrans1D2" presStyleIdx="0" presStyleCnt="1"/>
      <dgm:spPr/>
    </dgm:pt>
    <dgm:pt modelId="{E5FABE31-B09C-4FF9-8AF1-DA100E860ED2}" type="pres">
      <dgm:prSet presAssocID="{7BC43F38-62DC-4B38-B66A-51FB91F2861C}" presName="Name21" presStyleCnt="0"/>
      <dgm:spPr/>
    </dgm:pt>
    <dgm:pt modelId="{0900EBBD-D655-4376-97DC-A4114DC7F8CA}" type="pres">
      <dgm:prSet presAssocID="{7BC43F38-62DC-4B38-B66A-51FB91F2861C}" presName="level2Shape" presStyleLbl="node2" presStyleIdx="0" presStyleCnt="1"/>
      <dgm:spPr/>
    </dgm:pt>
    <dgm:pt modelId="{FE8503C8-4422-4F99-8FBF-803376046936}" type="pres">
      <dgm:prSet presAssocID="{7BC43F38-62DC-4B38-B66A-51FB91F2861C}" presName="hierChild3" presStyleCnt="0"/>
      <dgm:spPr/>
    </dgm:pt>
    <dgm:pt modelId="{36E2ADC4-56B9-4694-8452-987FA7A0F0FC}" type="pres">
      <dgm:prSet presAssocID="{3E0A2978-0EEB-49B9-B21E-972D1AB7DCE1}" presName="Name19" presStyleLbl="parChTrans1D3" presStyleIdx="0" presStyleCnt="1"/>
      <dgm:spPr/>
    </dgm:pt>
    <dgm:pt modelId="{64C215A2-F90B-48FE-AAEA-16A51AD0BE46}" type="pres">
      <dgm:prSet presAssocID="{B515D420-590C-42E9-802F-BEE3F3293B9C}" presName="Name21" presStyleCnt="0"/>
      <dgm:spPr/>
    </dgm:pt>
    <dgm:pt modelId="{6C0D5DE6-F712-4FC8-862B-2A70FC1B562E}" type="pres">
      <dgm:prSet presAssocID="{B515D420-590C-42E9-802F-BEE3F3293B9C}" presName="level2Shape" presStyleLbl="node3" presStyleIdx="0" presStyleCnt="1"/>
      <dgm:spPr/>
    </dgm:pt>
    <dgm:pt modelId="{FC27B914-AB19-4E17-98B3-9989B22BA756}" type="pres">
      <dgm:prSet presAssocID="{B515D420-590C-42E9-802F-BEE3F3293B9C}" presName="hierChild3" presStyleCnt="0"/>
      <dgm:spPr/>
    </dgm:pt>
    <dgm:pt modelId="{CFCE597D-2596-4AE0-88C9-AF1A2DE101EE}" type="pres">
      <dgm:prSet presAssocID="{9F2E37B0-298D-42F6-942B-02BB371BA76D}" presName="Name19" presStyleLbl="parChTrans1D4" presStyleIdx="0" presStyleCnt="19"/>
      <dgm:spPr/>
    </dgm:pt>
    <dgm:pt modelId="{B6394E75-36B8-4D29-9DC1-1085E64B2C7C}" type="pres">
      <dgm:prSet presAssocID="{5C1E863E-257A-4428-9543-7F4B80492AFD}" presName="Name21" presStyleCnt="0"/>
      <dgm:spPr/>
    </dgm:pt>
    <dgm:pt modelId="{6BDC7876-2813-4760-A29F-30A37409486D}" type="pres">
      <dgm:prSet presAssocID="{5C1E863E-257A-4428-9543-7F4B80492AFD}" presName="level2Shape" presStyleLbl="node4" presStyleIdx="0" presStyleCnt="19"/>
      <dgm:spPr/>
    </dgm:pt>
    <dgm:pt modelId="{A62F9148-241D-48DA-983E-5E63942F62D2}" type="pres">
      <dgm:prSet presAssocID="{5C1E863E-257A-4428-9543-7F4B80492AFD}" presName="hierChild3" presStyleCnt="0"/>
      <dgm:spPr/>
    </dgm:pt>
    <dgm:pt modelId="{B57FC8B0-F1F5-4E71-ACDE-2A4588F36776}" type="pres">
      <dgm:prSet presAssocID="{F11252FF-6F9E-445F-9066-4C2E542B69E9}" presName="Name19" presStyleLbl="parChTrans1D4" presStyleIdx="1" presStyleCnt="19"/>
      <dgm:spPr/>
    </dgm:pt>
    <dgm:pt modelId="{F5D1CA7D-F32B-4E32-BA49-BD24350DB6DC}" type="pres">
      <dgm:prSet presAssocID="{FCAAB3E8-343D-4A80-B10D-641DC67B10BA}" presName="Name21" presStyleCnt="0"/>
      <dgm:spPr/>
    </dgm:pt>
    <dgm:pt modelId="{8B8E5516-6E6B-4E58-B944-7FD237E0CFA9}" type="pres">
      <dgm:prSet presAssocID="{FCAAB3E8-343D-4A80-B10D-641DC67B10BA}" presName="level2Shape" presStyleLbl="node4" presStyleIdx="1" presStyleCnt="19"/>
      <dgm:spPr/>
    </dgm:pt>
    <dgm:pt modelId="{A320F886-A1D2-4D14-8A4C-516C52D4D193}" type="pres">
      <dgm:prSet presAssocID="{FCAAB3E8-343D-4A80-B10D-641DC67B10BA}" presName="hierChild3" presStyleCnt="0"/>
      <dgm:spPr/>
    </dgm:pt>
    <dgm:pt modelId="{049D6D2B-5825-4810-B834-10EB147FFF2A}" type="pres">
      <dgm:prSet presAssocID="{5BD35A1A-D91C-4655-8E57-AC1773BFBE86}" presName="Name19" presStyleLbl="parChTrans1D4" presStyleIdx="2" presStyleCnt="19"/>
      <dgm:spPr/>
    </dgm:pt>
    <dgm:pt modelId="{88C2B578-4B8F-4B91-A47C-D21D694F7662}" type="pres">
      <dgm:prSet presAssocID="{1BEA3962-0FC4-4868-830D-5A82C896EF01}" presName="Name21" presStyleCnt="0"/>
      <dgm:spPr/>
    </dgm:pt>
    <dgm:pt modelId="{C9EA88D9-7699-4E78-A338-8B00F60F4D89}" type="pres">
      <dgm:prSet presAssocID="{1BEA3962-0FC4-4868-830D-5A82C896EF01}" presName="level2Shape" presStyleLbl="node4" presStyleIdx="2" presStyleCnt="19"/>
      <dgm:spPr/>
    </dgm:pt>
    <dgm:pt modelId="{49B69274-4D1C-459D-BC7E-E68F694224D5}" type="pres">
      <dgm:prSet presAssocID="{1BEA3962-0FC4-4868-830D-5A82C896EF01}" presName="hierChild3" presStyleCnt="0"/>
      <dgm:spPr/>
    </dgm:pt>
    <dgm:pt modelId="{89C490AC-CE3D-4F26-8EEF-3AFF972A201A}" type="pres">
      <dgm:prSet presAssocID="{C970FCFF-5D19-4445-B717-040C2DDA502C}" presName="Name19" presStyleLbl="parChTrans1D4" presStyleIdx="3" presStyleCnt="19"/>
      <dgm:spPr/>
    </dgm:pt>
    <dgm:pt modelId="{F8F5087D-E485-4184-A8ED-1882E1A3D358}" type="pres">
      <dgm:prSet presAssocID="{3D946C6F-AB59-4E1F-9EE2-37B22AA34F36}" presName="Name21" presStyleCnt="0"/>
      <dgm:spPr/>
    </dgm:pt>
    <dgm:pt modelId="{29DB429C-00BE-4C88-B993-3F30F5A91D47}" type="pres">
      <dgm:prSet presAssocID="{3D946C6F-AB59-4E1F-9EE2-37B22AA34F36}" presName="level2Shape" presStyleLbl="node4" presStyleIdx="3" presStyleCnt="19"/>
      <dgm:spPr/>
    </dgm:pt>
    <dgm:pt modelId="{51779CA0-F226-4E8E-8C70-3F432CCCC981}" type="pres">
      <dgm:prSet presAssocID="{3D946C6F-AB59-4E1F-9EE2-37B22AA34F36}" presName="hierChild3" presStyleCnt="0"/>
      <dgm:spPr/>
    </dgm:pt>
    <dgm:pt modelId="{4ABBF0B7-D804-419A-8685-381B0A5CF9FC}" type="pres">
      <dgm:prSet presAssocID="{209084EB-654D-43C6-996F-0FAAB408AD05}" presName="Name19" presStyleLbl="parChTrans1D4" presStyleIdx="4" presStyleCnt="19"/>
      <dgm:spPr/>
    </dgm:pt>
    <dgm:pt modelId="{BD4B6624-4845-4EE6-ADDE-4D2AE3C769AB}" type="pres">
      <dgm:prSet presAssocID="{E3EAE3F7-F004-4468-BA3A-6CD17A35D9AF}" presName="Name21" presStyleCnt="0"/>
      <dgm:spPr/>
    </dgm:pt>
    <dgm:pt modelId="{896AC299-24E2-47B0-AF71-07CC55F7A00F}" type="pres">
      <dgm:prSet presAssocID="{E3EAE3F7-F004-4468-BA3A-6CD17A35D9AF}" presName="level2Shape" presStyleLbl="node4" presStyleIdx="4" presStyleCnt="19"/>
      <dgm:spPr/>
    </dgm:pt>
    <dgm:pt modelId="{6A58F95B-51FE-4AE3-B4F8-080F64E57923}" type="pres">
      <dgm:prSet presAssocID="{E3EAE3F7-F004-4468-BA3A-6CD17A35D9AF}" presName="hierChild3" presStyleCnt="0"/>
      <dgm:spPr/>
    </dgm:pt>
    <dgm:pt modelId="{34B1E5CB-0C96-4A34-865D-D140071AE619}" type="pres">
      <dgm:prSet presAssocID="{E25D69DA-2ABD-4ED9-A59C-286D83108734}" presName="Name19" presStyleLbl="parChTrans1D4" presStyleIdx="5" presStyleCnt="19"/>
      <dgm:spPr/>
    </dgm:pt>
    <dgm:pt modelId="{86C5F428-08E3-4DE7-8E0D-618A0B2C6248}" type="pres">
      <dgm:prSet presAssocID="{6361431C-2F7E-46C7-947C-526B89280C9D}" presName="Name21" presStyleCnt="0"/>
      <dgm:spPr/>
    </dgm:pt>
    <dgm:pt modelId="{DFF70967-DA28-47FD-A669-CC18E4B0F3F9}" type="pres">
      <dgm:prSet presAssocID="{6361431C-2F7E-46C7-947C-526B89280C9D}" presName="level2Shape" presStyleLbl="node4" presStyleIdx="5" presStyleCnt="19"/>
      <dgm:spPr/>
    </dgm:pt>
    <dgm:pt modelId="{247CC3FE-369E-489E-81F8-0389ACDA7CCC}" type="pres">
      <dgm:prSet presAssocID="{6361431C-2F7E-46C7-947C-526B89280C9D}" presName="hierChild3" presStyleCnt="0"/>
      <dgm:spPr/>
    </dgm:pt>
    <dgm:pt modelId="{4BD25B32-1BDD-44DA-A865-E2D6397FA632}" type="pres">
      <dgm:prSet presAssocID="{FC73AA62-5713-4E35-9145-0F3360B64359}" presName="Name19" presStyleLbl="parChTrans1D4" presStyleIdx="6" presStyleCnt="19"/>
      <dgm:spPr/>
    </dgm:pt>
    <dgm:pt modelId="{3078A1D3-360E-457B-BFC5-4C0C7680DFD7}" type="pres">
      <dgm:prSet presAssocID="{98A4FDF1-D966-4BAF-9B07-D76FD3FC425E}" presName="Name21" presStyleCnt="0"/>
      <dgm:spPr/>
    </dgm:pt>
    <dgm:pt modelId="{47665CE6-A1EF-4724-9009-665A782E74BF}" type="pres">
      <dgm:prSet presAssocID="{98A4FDF1-D966-4BAF-9B07-D76FD3FC425E}" presName="level2Shape" presStyleLbl="node4" presStyleIdx="6" presStyleCnt="19"/>
      <dgm:spPr/>
    </dgm:pt>
    <dgm:pt modelId="{206DD035-0A49-4BCE-AE81-DA698CC0ECE6}" type="pres">
      <dgm:prSet presAssocID="{98A4FDF1-D966-4BAF-9B07-D76FD3FC425E}" presName="hierChild3" presStyleCnt="0"/>
      <dgm:spPr/>
    </dgm:pt>
    <dgm:pt modelId="{DA5B5247-67B0-43AB-BDDF-27CFE7ABA1A1}" type="pres">
      <dgm:prSet presAssocID="{115C299E-E1F9-423F-A14D-881313F80840}" presName="Name19" presStyleLbl="parChTrans1D4" presStyleIdx="7" presStyleCnt="19"/>
      <dgm:spPr/>
    </dgm:pt>
    <dgm:pt modelId="{0CCBB7E4-5405-4FC4-86C6-7F9193C357F8}" type="pres">
      <dgm:prSet presAssocID="{CA417B0A-1E65-451B-B398-F91A40391796}" presName="Name21" presStyleCnt="0"/>
      <dgm:spPr/>
    </dgm:pt>
    <dgm:pt modelId="{47A89BDC-4F0A-49C1-A884-F2F5A629F09E}" type="pres">
      <dgm:prSet presAssocID="{CA417B0A-1E65-451B-B398-F91A40391796}" presName="level2Shape" presStyleLbl="node4" presStyleIdx="7" presStyleCnt="19"/>
      <dgm:spPr/>
    </dgm:pt>
    <dgm:pt modelId="{EEB00FAC-6CB6-4A6E-BE5A-9C45187AA872}" type="pres">
      <dgm:prSet presAssocID="{CA417B0A-1E65-451B-B398-F91A40391796}" presName="hierChild3" presStyleCnt="0"/>
      <dgm:spPr/>
    </dgm:pt>
    <dgm:pt modelId="{C78C703B-3AE4-4514-B7F6-B09DB628D0AE}" type="pres">
      <dgm:prSet presAssocID="{2B2B9536-9C8D-421B-A4A1-4B90C5BB6773}" presName="Name19" presStyleLbl="parChTrans1D4" presStyleIdx="8" presStyleCnt="19"/>
      <dgm:spPr/>
    </dgm:pt>
    <dgm:pt modelId="{6D63CB37-2C61-49E8-9B21-074947E24B42}" type="pres">
      <dgm:prSet presAssocID="{F09B169B-CE3B-4DAC-A9D1-0312CC974222}" presName="Name21" presStyleCnt="0"/>
      <dgm:spPr/>
    </dgm:pt>
    <dgm:pt modelId="{D3AA1A7A-CBF9-45F1-8B6A-29947BFFF7C8}" type="pres">
      <dgm:prSet presAssocID="{F09B169B-CE3B-4DAC-A9D1-0312CC974222}" presName="level2Shape" presStyleLbl="node4" presStyleIdx="8" presStyleCnt="19"/>
      <dgm:spPr/>
    </dgm:pt>
    <dgm:pt modelId="{26C5A446-1912-4931-8165-7B6116258F0C}" type="pres">
      <dgm:prSet presAssocID="{F09B169B-CE3B-4DAC-A9D1-0312CC974222}" presName="hierChild3" presStyleCnt="0"/>
      <dgm:spPr/>
    </dgm:pt>
    <dgm:pt modelId="{C2D5DDBE-3FEE-400F-8227-E6E0C5288AD2}" type="pres">
      <dgm:prSet presAssocID="{62EB1C97-74F3-4AAD-8193-1360EBB46E9D}" presName="Name19" presStyleLbl="parChTrans1D4" presStyleIdx="9" presStyleCnt="19"/>
      <dgm:spPr/>
    </dgm:pt>
    <dgm:pt modelId="{4E8A59AB-38BE-4098-8216-F8EE8C0AF998}" type="pres">
      <dgm:prSet presAssocID="{23017607-296D-4FFE-88F1-884FFCB52361}" presName="Name21" presStyleCnt="0"/>
      <dgm:spPr/>
    </dgm:pt>
    <dgm:pt modelId="{8AEECDC7-B133-4056-B0D2-36A4ECB8F605}" type="pres">
      <dgm:prSet presAssocID="{23017607-296D-4FFE-88F1-884FFCB52361}" presName="level2Shape" presStyleLbl="node4" presStyleIdx="9" presStyleCnt="19"/>
      <dgm:spPr/>
    </dgm:pt>
    <dgm:pt modelId="{0B0CEBC2-7BA3-4EF8-95F6-4A8E483163B5}" type="pres">
      <dgm:prSet presAssocID="{23017607-296D-4FFE-88F1-884FFCB52361}" presName="hierChild3" presStyleCnt="0"/>
      <dgm:spPr/>
    </dgm:pt>
    <dgm:pt modelId="{A97F1187-6A41-42E8-9442-16D1D9B5D9CE}" type="pres">
      <dgm:prSet presAssocID="{EF5CFFB0-3281-414F-A054-A0ABB18D63D9}" presName="Name19" presStyleLbl="parChTrans1D4" presStyleIdx="10" presStyleCnt="19"/>
      <dgm:spPr/>
    </dgm:pt>
    <dgm:pt modelId="{21531B7A-54EB-47E5-B537-7ABE46416C55}" type="pres">
      <dgm:prSet presAssocID="{5BC09251-6D28-4710-BDF0-4128900C9F8A}" presName="Name21" presStyleCnt="0"/>
      <dgm:spPr/>
    </dgm:pt>
    <dgm:pt modelId="{042407FA-52EF-4CCB-A86B-FA62A1D2B76C}" type="pres">
      <dgm:prSet presAssocID="{5BC09251-6D28-4710-BDF0-4128900C9F8A}" presName="level2Shape" presStyleLbl="node4" presStyleIdx="10" presStyleCnt="19"/>
      <dgm:spPr/>
    </dgm:pt>
    <dgm:pt modelId="{7B28A928-0616-4C63-8DCB-146ACB486B29}" type="pres">
      <dgm:prSet presAssocID="{5BC09251-6D28-4710-BDF0-4128900C9F8A}" presName="hierChild3" presStyleCnt="0"/>
      <dgm:spPr/>
    </dgm:pt>
    <dgm:pt modelId="{04F7A75C-09B7-4C3C-B63B-21F74F2B9503}" type="pres">
      <dgm:prSet presAssocID="{1BCF31A6-C25A-46AB-BB0A-25735064EF53}" presName="Name19" presStyleLbl="parChTrans1D4" presStyleIdx="11" presStyleCnt="19"/>
      <dgm:spPr/>
    </dgm:pt>
    <dgm:pt modelId="{FF02E70D-34C2-4F0E-8B7F-720D2C30EEE6}" type="pres">
      <dgm:prSet presAssocID="{6DCC12A9-A2AC-4F58-9712-D1F28B477460}" presName="Name21" presStyleCnt="0"/>
      <dgm:spPr/>
    </dgm:pt>
    <dgm:pt modelId="{78AA9313-6EA1-4422-91D0-4956818A702E}" type="pres">
      <dgm:prSet presAssocID="{6DCC12A9-A2AC-4F58-9712-D1F28B477460}" presName="level2Shape" presStyleLbl="node4" presStyleIdx="11" presStyleCnt="19"/>
      <dgm:spPr/>
    </dgm:pt>
    <dgm:pt modelId="{4F3380FF-4B9C-4414-B0D8-143E434C83F2}" type="pres">
      <dgm:prSet presAssocID="{6DCC12A9-A2AC-4F58-9712-D1F28B477460}" presName="hierChild3" presStyleCnt="0"/>
      <dgm:spPr/>
    </dgm:pt>
    <dgm:pt modelId="{181DFFBE-D005-4BE5-A6FD-E9931B0E8919}" type="pres">
      <dgm:prSet presAssocID="{1D8C1199-80CE-46B1-8E02-A4F9F221A94E}" presName="Name19" presStyleLbl="parChTrans1D4" presStyleIdx="12" presStyleCnt="19"/>
      <dgm:spPr/>
    </dgm:pt>
    <dgm:pt modelId="{5E626B37-6D90-43E5-9F5B-26865763F16F}" type="pres">
      <dgm:prSet presAssocID="{CC0546E9-0133-49CB-8FB8-10CADDA31494}" presName="Name21" presStyleCnt="0"/>
      <dgm:spPr/>
    </dgm:pt>
    <dgm:pt modelId="{AC524814-A78C-4003-AE11-653ED225FDD3}" type="pres">
      <dgm:prSet presAssocID="{CC0546E9-0133-49CB-8FB8-10CADDA31494}" presName="level2Shape" presStyleLbl="node4" presStyleIdx="12" presStyleCnt="19"/>
      <dgm:spPr/>
    </dgm:pt>
    <dgm:pt modelId="{54290F24-CF82-43ED-BF22-F8545C64522C}" type="pres">
      <dgm:prSet presAssocID="{CC0546E9-0133-49CB-8FB8-10CADDA31494}" presName="hierChild3" presStyleCnt="0"/>
      <dgm:spPr/>
    </dgm:pt>
    <dgm:pt modelId="{A15E456B-74C3-430F-A1F6-B4FB858697F3}" type="pres">
      <dgm:prSet presAssocID="{9D59AC7E-7ED5-4AC5-81A1-3A9CA6A548D7}" presName="Name19" presStyleLbl="parChTrans1D4" presStyleIdx="13" presStyleCnt="19"/>
      <dgm:spPr/>
    </dgm:pt>
    <dgm:pt modelId="{409F29DF-4696-43E9-B5D3-C617669F18B9}" type="pres">
      <dgm:prSet presAssocID="{F12684B1-678E-4145-883E-AE194C711048}" presName="Name21" presStyleCnt="0"/>
      <dgm:spPr/>
    </dgm:pt>
    <dgm:pt modelId="{50F74D2E-1EE6-434D-874F-A621F8948B5D}" type="pres">
      <dgm:prSet presAssocID="{F12684B1-678E-4145-883E-AE194C711048}" presName="level2Shape" presStyleLbl="node4" presStyleIdx="13" presStyleCnt="19"/>
      <dgm:spPr/>
    </dgm:pt>
    <dgm:pt modelId="{BCC7284B-102F-4DB0-87E8-C435C256E3EA}" type="pres">
      <dgm:prSet presAssocID="{F12684B1-678E-4145-883E-AE194C711048}" presName="hierChild3" presStyleCnt="0"/>
      <dgm:spPr/>
    </dgm:pt>
    <dgm:pt modelId="{89B4BE03-27EE-49D5-BAF0-D635A7FBCC14}" type="pres">
      <dgm:prSet presAssocID="{67182FD8-DDA9-463C-9174-163DAF2C6AC7}" presName="Name19" presStyleLbl="parChTrans1D4" presStyleIdx="14" presStyleCnt="19"/>
      <dgm:spPr/>
    </dgm:pt>
    <dgm:pt modelId="{2C24ABA6-DDDD-4CF6-8A9A-F0187355531F}" type="pres">
      <dgm:prSet presAssocID="{D5538B57-C499-418B-A3B8-576408F22A49}" presName="Name21" presStyleCnt="0"/>
      <dgm:spPr/>
    </dgm:pt>
    <dgm:pt modelId="{894E6972-3CCD-4E7D-B6CA-7AAA76E0BA95}" type="pres">
      <dgm:prSet presAssocID="{D5538B57-C499-418B-A3B8-576408F22A49}" presName="level2Shape" presStyleLbl="node4" presStyleIdx="14" presStyleCnt="19"/>
      <dgm:spPr/>
    </dgm:pt>
    <dgm:pt modelId="{F1595383-C529-4576-9079-7E015CAC5A09}" type="pres">
      <dgm:prSet presAssocID="{D5538B57-C499-418B-A3B8-576408F22A49}" presName="hierChild3" presStyleCnt="0"/>
      <dgm:spPr/>
    </dgm:pt>
    <dgm:pt modelId="{9546EB64-6CC5-4FA1-8D70-55B930E3491C}" type="pres">
      <dgm:prSet presAssocID="{24BB2B53-6039-457F-BE33-9CDA26D8B23A}" presName="Name19" presStyleLbl="parChTrans1D4" presStyleIdx="15" presStyleCnt="19"/>
      <dgm:spPr/>
    </dgm:pt>
    <dgm:pt modelId="{88C6989D-71BC-454E-9C13-D792D8202787}" type="pres">
      <dgm:prSet presAssocID="{15081ACC-2969-49C8-8552-67C84A50A41F}" presName="Name21" presStyleCnt="0"/>
      <dgm:spPr/>
    </dgm:pt>
    <dgm:pt modelId="{B21E585A-F365-4EF8-9A29-E61FD4D944F2}" type="pres">
      <dgm:prSet presAssocID="{15081ACC-2969-49C8-8552-67C84A50A41F}" presName="level2Shape" presStyleLbl="node4" presStyleIdx="15" presStyleCnt="19"/>
      <dgm:spPr/>
    </dgm:pt>
    <dgm:pt modelId="{386F7D4E-7C42-47BB-A0AE-6DCD32560C33}" type="pres">
      <dgm:prSet presAssocID="{15081ACC-2969-49C8-8552-67C84A50A41F}" presName="hierChild3" presStyleCnt="0"/>
      <dgm:spPr/>
    </dgm:pt>
    <dgm:pt modelId="{A4BB0D70-B56F-4770-9448-4A2C0E398379}" type="pres">
      <dgm:prSet presAssocID="{42B83A84-6DF6-4CC6-8F7D-3679FCBA3AEB}" presName="Name19" presStyleLbl="parChTrans1D4" presStyleIdx="16" presStyleCnt="19"/>
      <dgm:spPr/>
    </dgm:pt>
    <dgm:pt modelId="{BFD0595F-EA29-4C01-AC67-68E2059340C5}" type="pres">
      <dgm:prSet presAssocID="{564BF7D7-841A-44A1-9011-9A8593783117}" presName="Name21" presStyleCnt="0"/>
      <dgm:spPr/>
    </dgm:pt>
    <dgm:pt modelId="{59082F8F-5328-4BA8-B062-80997473E7B8}" type="pres">
      <dgm:prSet presAssocID="{564BF7D7-841A-44A1-9011-9A8593783117}" presName="level2Shape" presStyleLbl="node4" presStyleIdx="16" presStyleCnt="19"/>
      <dgm:spPr/>
    </dgm:pt>
    <dgm:pt modelId="{80EC28E4-060A-46B1-AAD6-7512E1055198}" type="pres">
      <dgm:prSet presAssocID="{564BF7D7-841A-44A1-9011-9A8593783117}" presName="hierChild3" presStyleCnt="0"/>
      <dgm:spPr/>
    </dgm:pt>
    <dgm:pt modelId="{CA817463-C1FB-4F3A-9496-126E85F8AD49}" type="pres">
      <dgm:prSet presAssocID="{01F00117-A692-46AD-8C55-2058090EDDB1}" presName="Name19" presStyleLbl="parChTrans1D4" presStyleIdx="17" presStyleCnt="19"/>
      <dgm:spPr/>
    </dgm:pt>
    <dgm:pt modelId="{09BBD0FA-5613-4EA8-A10C-601AB2828945}" type="pres">
      <dgm:prSet presAssocID="{DBE5DD79-95A1-45D6-9257-A961F3BC9C96}" presName="Name21" presStyleCnt="0"/>
      <dgm:spPr/>
    </dgm:pt>
    <dgm:pt modelId="{D0EA6A2E-C4F5-4D94-8034-763B809686A6}" type="pres">
      <dgm:prSet presAssocID="{DBE5DD79-95A1-45D6-9257-A961F3BC9C96}" presName="level2Shape" presStyleLbl="node4" presStyleIdx="17" presStyleCnt="19"/>
      <dgm:spPr/>
    </dgm:pt>
    <dgm:pt modelId="{61FDE8B5-5C43-4C46-9495-B308B67DA75D}" type="pres">
      <dgm:prSet presAssocID="{DBE5DD79-95A1-45D6-9257-A961F3BC9C96}" presName="hierChild3" presStyleCnt="0"/>
      <dgm:spPr/>
    </dgm:pt>
    <dgm:pt modelId="{9C994E4E-3A73-4278-A978-5D09D06FC116}" type="pres">
      <dgm:prSet presAssocID="{B889A146-1C19-42C5-9968-E18E727FFBBC}" presName="Name19" presStyleLbl="parChTrans1D4" presStyleIdx="18" presStyleCnt="19"/>
      <dgm:spPr/>
    </dgm:pt>
    <dgm:pt modelId="{0B6B3253-1615-4DB6-83DC-E6D27F2684AA}" type="pres">
      <dgm:prSet presAssocID="{003E8E4B-60BD-4D55-AAF9-405010A8205E}" presName="Name21" presStyleCnt="0"/>
      <dgm:spPr/>
    </dgm:pt>
    <dgm:pt modelId="{E2DCEED1-6933-4F92-9507-788119E72FC2}" type="pres">
      <dgm:prSet presAssocID="{003E8E4B-60BD-4D55-AAF9-405010A8205E}" presName="level2Shape" presStyleLbl="node4" presStyleIdx="18" presStyleCnt="19"/>
      <dgm:spPr/>
    </dgm:pt>
    <dgm:pt modelId="{8EFD1E3B-1D4A-4074-8297-63175E143BF7}" type="pres">
      <dgm:prSet presAssocID="{003E8E4B-60BD-4D55-AAF9-405010A8205E}" presName="hierChild3" presStyleCnt="0"/>
      <dgm:spPr/>
    </dgm:pt>
    <dgm:pt modelId="{37F30EA2-D1F8-4F58-A6FF-E342BF735544}" type="pres">
      <dgm:prSet presAssocID="{CE400F9A-7292-408F-A5F8-83C8318CEB37}" presName="bgShapesFlow" presStyleCnt="0"/>
      <dgm:spPr/>
    </dgm:pt>
  </dgm:ptLst>
  <dgm:cxnLst>
    <dgm:cxn modelId="{0E19C201-2D18-4670-9029-0923251338FF}" type="presOf" srcId="{1BCF31A6-C25A-46AB-BB0A-25735064EF53}" destId="{04F7A75C-09B7-4C3C-B63B-21F74F2B9503}" srcOrd="0" destOrd="0" presId="urn:microsoft.com/office/officeart/2005/8/layout/hierarchy6"/>
    <dgm:cxn modelId="{B8A45208-6F28-4176-B1EE-7F0EBD0BF091}" srcId="{BE4395BA-96F3-43D4-BCED-EAC3C3A0EF67}" destId="{7BC43F38-62DC-4B38-B66A-51FB91F2861C}" srcOrd="0" destOrd="0" parTransId="{0F84ACC7-64C9-4D59-BE35-5E9A0AC0923B}" sibTransId="{4F8F544D-7B45-4C20-8972-632509DC8D82}"/>
    <dgm:cxn modelId="{09E5E80F-EA56-4BE4-B41C-D65782B86B02}" type="presOf" srcId="{F11252FF-6F9E-445F-9066-4C2E542B69E9}" destId="{B57FC8B0-F1F5-4E71-ACDE-2A4588F36776}" srcOrd="0" destOrd="0" presId="urn:microsoft.com/office/officeart/2005/8/layout/hierarchy6"/>
    <dgm:cxn modelId="{B5621612-E09C-4E11-BBFA-5C045C97529C}" type="presOf" srcId="{15081ACC-2969-49C8-8552-67C84A50A41F}" destId="{B21E585A-F365-4EF8-9A29-E61FD4D944F2}" srcOrd="0" destOrd="0" presId="urn:microsoft.com/office/officeart/2005/8/layout/hierarchy6"/>
    <dgm:cxn modelId="{C26F9612-EC4F-409D-8BAA-0D9119D807D5}" srcId="{15081ACC-2969-49C8-8552-67C84A50A41F}" destId="{564BF7D7-841A-44A1-9011-9A8593783117}" srcOrd="0" destOrd="0" parTransId="{42B83A84-6DF6-4CC6-8F7D-3679FCBA3AEB}" sibTransId="{5AFD00F7-F578-470D-A1E3-53B4E4F1ED0B}"/>
    <dgm:cxn modelId="{78B95914-92CF-4DF0-9BC8-850C19C37392}" srcId="{CE400F9A-7292-408F-A5F8-83C8318CEB37}" destId="{BE4395BA-96F3-43D4-BCED-EAC3C3A0EF67}" srcOrd="0" destOrd="0" parTransId="{96D81151-1093-4CF2-83D8-9CE8F3C1EE88}" sibTransId="{E67625B1-8867-49CB-AEC2-E3A22D3BEF44}"/>
    <dgm:cxn modelId="{2750151C-125A-47EB-A4E6-15D334C16897}" type="presOf" srcId="{5BD35A1A-D91C-4655-8E57-AC1773BFBE86}" destId="{049D6D2B-5825-4810-B834-10EB147FFF2A}" srcOrd="0" destOrd="0" presId="urn:microsoft.com/office/officeart/2005/8/layout/hierarchy6"/>
    <dgm:cxn modelId="{15FF8B20-8582-4572-9036-AF4226C48057}" srcId="{FCAAB3E8-343D-4A80-B10D-641DC67B10BA}" destId="{1BEA3962-0FC4-4868-830D-5A82C896EF01}" srcOrd="0" destOrd="0" parTransId="{5BD35A1A-D91C-4655-8E57-AC1773BFBE86}" sibTransId="{E859C781-B993-4215-A9A8-3F0A10530F01}"/>
    <dgm:cxn modelId="{B87CF928-32A1-4A69-91DE-335A6543BEA0}" srcId="{564BF7D7-841A-44A1-9011-9A8593783117}" destId="{003E8E4B-60BD-4D55-AAF9-405010A8205E}" srcOrd="1" destOrd="0" parTransId="{B889A146-1C19-42C5-9968-E18E727FFBBC}" sibTransId="{2B30F168-BF6F-4D7E-B92E-28C3CB92A628}"/>
    <dgm:cxn modelId="{10DB9F2D-83FA-43D2-B03A-9A4189CB9984}" type="presOf" srcId="{3E0A2978-0EEB-49B9-B21E-972D1AB7DCE1}" destId="{36E2ADC4-56B9-4694-8452-987FA7A0F0FC}" srcOrd="0" destOrd="0" presId="urn:microsoft.com/office/officeart/2005/8/layout/hierarchy6"/>
    <dgm:cxn modelId="{D202932E-092C-4DBF-9DA2-9E461A56E059}" type="presOf" srcId="{DBE5DD79-95A1-45D6-9257-A961F3BC9C96}" destId="{D0EA6A2E-C4F5-4D94-8034-763B809686A6}" srcOrd="0" destOrd="0" presId="urn:microsoft.com/office/officeart/2005/8/layout/hierarchy6"/>
    <dgm:cxn modelId="{4677AC3C-D9F3-4972-991C-780A884CDBBD}" type="presOf" srcId="{3D946C6F-AB59-4E1F-9EE2-37B22AA34F36}" destId="{29DB429C-00BE-4C88-B993-3F30F5A91D47}" srcOrd="0" destOrd="0" presId="urn:microsoft.com/office/officeart/2005/8/layout/hierarchy6"/>
    <dgm:cxn modelId="{F7C2CC5C-A84E-48A2-AAFD-84475F63AC1D}" type="presOf" srcId="{5C1E863E-257A-4428-9543-7F4B80492AFD}" destId="{6BDC7876-2813-4760-A29F-30A37409486D}" srcOrd="0" destOrd="0" presId="urn:microsoft.com/office/officeart/2005/8/layout/hierarchy6"/>
    <dgm:cxn modelId="{E115755D-17D9-4F7B-946F-4909FE6404C3}" srcId="{B515D420-590C-42E9-802F-BEE3F3293B9C}" destId="{5C1E863E-257A-4428-9543-7F4B80492AFD}" srcOrd="0" destOrd="0" parTransId="{9F2E37B0-298D-42F6-942B-02BB371BA76D}" sibTransId="{98C1F224-E786-45B8-A5EF-06C315B37D0B}"/>
    <dgm:cxn modelId="{C6E9575D-CFB8-40ED-A9D2-11D6ECE3A92D}" type="presOf" srcId="{115C299E-E1F9-423F-A14D-881313F80840}" destId="{DA5B5247-67B0-43AB-BDDF-27CFE7ABA1A1}" srcOrd="0" destOrd="0" presId="urn:microsoft.com/office/officeart/2005/8/layout/hierarchy6"/>
    <dgm:cxn modelId="{B661F762-3E9B-4A11-AE08-4973126DE587}" type="presOf" srcId="{E25D69DA-2ABD-4ED9-A59C-286D83108734}" destId="{34B1E5CB-0C96-4A34-865D-D140071AE619}" srcOrd="0" destOrd="0" presId="urn:microsoft.com/office/officeart/2005/8/layout/hierarchy6"/>
    <dgm:cxn modelId="{58C2C263-F207-405C-A565-AADB67D7890F}" srcId="{98A4FDF1-D966-4BAF-9B07-D76FD3FC425E}" destId="{CA417B0A-1E65-451B-B398-F91A40391796}" srcOrd="0" destOrd="0" parTransId="{115C299E-E1F9-423F-A14D-881313F80840}" sibTransId="{D0980121-8E63-4D2D-9F87-3DB03375CAC4}"/>
    <dgm:cxn modelId="{EC80AF44-55E0-443C-8522-EB13847BF002}" type="presOf" srcId="{9F2E37B0-298D-42F6-942B-02BB371BA76D}" destId="{CFCE597D-2596-4AE0-88C9-AF1A2DE101EE}" srcOrd="0" destOrd="0" presId="urn:microsoft.com/office/officeart/2005/8/layout/hierarchy6"/>
    <dgm:cxn modelId="{429D4A65-2750-4D9E-B9B0-392AE0D9F394}" type="presOf" srcId="{7BC43F38-62DC-4B38-B66A-51FB91F2861C}" destId="{0900EBBD-D655-4376-97DC-A4114DC7F8CA}" srcOrd="0" destOrd="0" presId="urn:microsoft.com/office/officeart/2005/8/layout/hierarchy6"/>
    <dgm:cxn modelId="{11ADC346-050A-474E-BD07-87087D12E435}" srcId="{23017607-296D-4FFE-88F1-884FFCB52361}" destId="{6DCC12A9-A2AC-4F58-9712-D1F28B477460}" srcOrd="1" destOrd="0" parTransId="{1BCF31A6-C25A-46AB-BB0A-25735064EF53}" sibTransId="{AD82A3A2-2748-4F3D-B2E9-D821E0198202}"/>
    <dgm:cxn modelId="{30E1EB46-522A-4C64-AA6A-BE7E596EF133}" srcId="{564BF7D7-841A-44A1-9011-9A8593783117}" destId="{DBE5DD79-95A1-45D6-9257-A961F3BC9C96}" srcOrd="0" destOrd="0" parTransId="{01F00117-A692-46AD-8C55-2058090EDDB1}" sibTransId="{44D6F8B0-0A6C-4C65-A596-B4AB78396250}"/>
    <dgm:cxn modelId="{A5EFF068-8F1F-4535-A752-D27571C1D735}" type="presOf" srcId="{62EB1C97-74F3-4AAD-8193-1360EBB46E9D}" destId="{C2D5DDBE-3FEE-400F-8227-E6E0C5288AD2}" srcOrd="0" destOrd="0" presId="urn:microsoft.com/office/officeart/2005/8/layout/hierarchy6"/>
    <dgm:cxn modelId="{CA8D4C6A-56EE-4B33-AC1E-3EE926252CC1}" type="presOf" srcId="{564BF7D7-841A-44A1-9011-9A8593783117}" destId="{59082F8F-5328-4BA8-B062-80997473E7B8}" srcOrd="0" destOrd="0" presId="urn:microsoft.com/office/officeart/2005/8/layout/hierarchy6"/>
    <dgm:cxn modelId="{49AB026B-9597-4482-9714-B809E8FA3FC4}" type="presOf" srcId="{42B83A84-6DF6-4CC6-8F7D-3679FCBA3AEB}" destId="{A4BB0D70-B56F-4770-9448-4A2C0E398379}" srcOrd="0" destOrd="0" presId="urn:microsoft.com/office/officeart/2005/8/layout/hierarchy6"/>
    <dgm:cxn modelId="{3B7F6B4B-BD37-40B0-BF53-0049CCF6AB91}" type="presOf" srcId="{98A4FDF1-D966-4BAF-9B07-D76FD3FC425E}" destId="{47665CE6-A1EF-4724-9009-665A782E74BF}" srcOrd="0" destOrd="0" presId="urn:microsoft.com/office/officeart/2005/8/layout/hierarchy6"/>
    <dgm:cxn modelId="{FC13676C-480F-401A-A692-A7B3821A0750}" type="presOf" srcId="{EF5CFFB0-3281-414F-A054-A0ABB18D63D9}" destId="{A97F1187-6A41-42E8-9442-16D1D9B5D9CE}" srcOrd="0" destOrd="0" presId="urn:microsoft.com/office/officeart/2005/8/layout/hierarchy6"/>
    <dgm:cxn modelId="{C603FB4C-F8D5-48F3-89E8-1C646F489E8D}" srcId="{F09B169B-CE3B-4DAC-A9D1-0312CC974222}" destId="{23017607-296D-4FFE-88F1-884FFCB52361}" srcOrd="0" destOrd="0" parTransId="{62EB1C97-74F3-4AAD-8193-1360EBB46E9D}" sibTransId="{3394B689-55FA-4E44-8248-571A4290F189}"/>
    <dgm:cxn modelId="{21EFC771-4A23-425C-A590-EFDE9B7CDAD2}" type="presOf" srcId="{6DCC12A9-A2AC-4F58-9712-D1F28B477460}" destId="{78AA9313-6EA1-4422-91D0-4956818A702E}" srcOrd="0" destOrd="0" presId="urn:microsoft.com/office/officeart/2005/8/layout/hierarchy6"/>
    <dgm:cxn modelId="{A50EE872-B163-4F1B-BABC-A5538D6C7B0B}" srcId="{B515D420-590C-42E9-802F-BEE3F3293B9C}" destId="{F09B169B-CE3B-4DAC-A9D1-0312CC974222}" srcOrd="1" destOrd="0" parTransId="{2B2B9536-9C8D-421B-A4A1-4B90C5BB6773}" sibTransId="{D94BD5BF-671C-4F73-AD05-6BA1F3259DCA}"/>
    <dgm:cxn modelId="{545D5754-E9C0-4F24-BA51-F0A117C682FB}" type="presOf" srcId="{FCAAB3E8-343D-4A80-B10D-641DC67B10BA}" destId="{8B8E5516-6E6B-4E58-B944-7FD237E0CFA9}" srcOrd="0" destOrd="0" presId="urn:microsoft.com/office/officeart/2005/8/layout/hierarchy6"/>
    <dgm:cxn modelId="{420D7E54-31AA-43F4-84FA-6483776ED8DC}" type="presOf" srcId="{9D59AC7E-7ED5-4AC5-81A1-3A9CA6A548D7}" destId="{A15E456B-74C3-430F-A1F6-B4FB858697F3}" srcOrd="0" destOrd="0" presId="urn:microsoft.com/office/officeart/2005/8/layout/hierarchy6"/>
    <dgm:cxn modelId="{C5C13855-BD75-4ADA-933C-2434F13F86FD}" type="presOf" srcId="{BE4395BA-96F3-43D4-BCED-EAC3C3A0EF67}" destId="{574D9DA8-FB47-4AD4-B1D5-730CDC2C4120}" srcOrd="0" destOrd="0" presId="urn:microsoft.com/office/officeart/2005/8/layout/hierarchy6"/>
    <dgm:cxn modelId="{61F2D976-A530-403E-BE94-7C15287A54CC}" type="presOf" srcId="{003E8E4B-60BD-4D55-AAF9-405010A8205E}" destId="{E2DCEED1-6933-4F92-9507-788119E72FC2}" srcOrd="0" destOrd="0" presId="urn:microsoft.com/office/officeart/2005/8/layout/hierarchy6"/>
    <dgm:cxn modelId="{3FF1E277-3E82-414F-8F5F-336E38162D84}" type="presOf" srcId="{F09B169B-CE3B-4DAC-A9D1-0312CC974222}" destId="{D3AA1A7A-CBF9-45F1-8B6A-29947BFFF7C8}" srcOrd="0" destOrd="0" presId="urn:microsoft.com/office/officeart/2005/8/layout/hierarchy6"/>
    <dgm:cxn modelId="{E2D32B5A-BA69-443C-AF8E-B1E382FD3BA9}" type="presOf" srcId="{6361431C-2F7E-46C7-947C-526B89280C9D}" destId="{DFF70967-DA28-47FD-A669-CC18E4B0F3F9}" srcOrd="0" destOrd="0" presId="urn:microsoft.com/office/officeart/2005/8/layout/hierarchy6"/>
    <dgm:cxn modelId="{8FC99090-B87B-4083-ACFD-D0F3B42A8F94}" type="presOf" srcId="{F12684B1-678E-4145-883E-AE194C711048}" destId="{50F74D2E-1EE6-434D-874F-A621F8948B5D}" srcOrd="0" destOrd="0" presId="urn:microsoft.com/office/officeart/2005/8/layout/hierarchy6"/>
    <dgm:cxn modelId="{13002396-5FD1-4857-9B9B-7ABC350E9474}" srcId="{F09B169B-CE3B-4DAC-A9D1-0312CC974222}" destId="{CC0546E9-0133-49CB-8FB8-10CADDA31494}" srcOrd="1" destOrd="0" parTransId="{1D8C1199-80CE-46B1-8E02-A4F9F221A94E}" sibTransId="{A0F44ACA-8404-4D3F-9AA6-F51AD8B7757B}"/>
    <dgm:cxn modelId="{4A007C99-3416-4D17-8BE7-2A4E8BEF393E}" type="presOf" srcId="{1BEA3962-0FC4-4868-830D-5A82C896EF01}" destId="{C9EA88D9-7699-4E78-A338-8B00F60F4D89}" srcOrd="0" destOrd="0" presId="urn:microsoft.com/office/officeart/2005/8/layout/hierarchy6"/>
    <dgm:cxn modelId="{AE587E99-9774-4164-A511-D070A2885A9B}" type="presOf" srcId="{01F00117-A692-46AD-8C55-2058090EDDB1}" destId="{CA817463-C1FB-4F3A-9496-126E85F8AD49}" srcOrd="0" destOrd="0" presId="urn:microsoft.com/office/officeart/2005/8/layout/hierarchy6"/>
    <dgm:cxn modelId="{874F5E9B-405B-439D-89A1-DE69019F9B4C}" type="presOf" srcId="{2B2B9536-9C8D-421B-A4A1-4B90C5BB6773}" destId="{C78C703B-3AE4-4514-B7F6-B09DB628D0AE}" srcOrd="0" destOrd="0" presId="urn:microsoft.com/office/officeart/2005/8/layout/hierarchy6"/>
    <dgm:cxn modelId="{BCF5B49B-45BC-48FA-BA4B-C7D94FD5C747}" type="presOf" srcId="{24BB2B53-6039-457F-BE33-9CDA26D8B23A}" destId="{9546EB64-6CC5-4FA1-8D70-55B930E3491C}" srcOrd="0" destOrd="0" presId="urn:microsoft.com/office/officeart/2005/8/layout/hierarchy6"/>
    <dgm:cxn modelId="{DD506A9F-C65A-4F4C-AAF9-2AD9555D5325}" type="presOf" srcId="{FC73AA62-5713-4E35-9145-0F3360B64359}" destId="{4BD25B32-1BDD-44DA-A865-E2D6397FA632}" srcOrd="0" destOrd="0" presId="urn:microsoft.com/office/officeart/2005/8/layout/hierarchy6"/>
    <dgm:cxn modelId="{2EC549A1-F47E-49E1-8F01-1AF652B9F977}" srcId="{D5538B57-C499-418B-A3B8-576408F22A49}" destId="{15081ACC-2969-49C8-8552-67C84A50A41F}" srcOrd="0" destOrd="0" parTransId="{24BB2B53-6039-457F-BE33-9CDA26D8B23A}" sibTransId="{0A4663DC-86A9-4AE8-AB13-2E7EBF78110C}"/>
    <dgm:cxn modelId="{41496AA1-4CDD-4C5A-A4E0-98A7E33EE4DA}" type="presOf" srcId="{CC0546E9-0133-49CB-8FB8-10CADDA31494}" destId="{AC524814-A78C-4003-AE11-653ED225FDD3}" srcOrd="0" destOrd="0" presId="urn:microsoft.com/office/officeart/2005/8/layout/hierarchy6"/>
    <dgm:cxn modelId="{008D37A2-B52A-431E-9BE3-864C401927AA}" type="presOf" srcId="{67182FD8-DDA9-463C-9174-163DAF2C6AC7}" destId="{89B4BE03-27EE-49D5-BAF0-D635A7FBCC14}" srcOrd="0" destOrd="0" presId="urn:microsoft.com/office/officeart/2005/8/layout/hierarchy6"/>
    <dgm:cxn modelId="{5059D1A6-80E2-45C2-B118-CF7D3BEB9482}" srcId="{5C1E863E-257A-4428-9543-7F4B80492AFD}" destId="{FCAAB3E8-343D-4A80-B10D-641DC67B10BA}" srcOrd="0" destOrd="0" parTransId="{F11252FF-6F9E-445F-9066-4C2E542B69E9}" sibTransId="{449D7DE2-A7F3-4BB4-8681-5C73C8CEA392}"/>
    <dgm:cxn modelId="{843A5DA8-10E0-4D83-99D8-5AF679449791}" type="presOf" srcId="{B889A146-1C19-42C5-9968-E18E727FFBBC}" destId="{9C994E4E-3A73-4278-A978-5D09D06FC116}" srcOrd="0" destOrd="0" presId="urn:microsoft.com/office/officeart/2005/8/layout/hierarchy6"/>
    <dgm:cxn modelId="{F8A2EDAB-8E06-4FD4-BAB7-96FA0068DD31}" type="presOf" srcId="{5BC09251-6D28-4710-BDF0-4128900C9F8A}" destId="{042407FA-52EF-4CCB-A86B-FA62A1D2B76C}" srcOrd="0" destOrd="0" presId="urn:microsoft.com/office/officeart/2005/8/layout/hierarchy6"/>
    <dgm:cxn modelId="{B7D729AD-9E92-4DAD-9DD0-D085D772A591}" type="presOf" srcId="{23017607-296D-4FFE-88F1-884FFCB52361}" destId="{8AEECDC7-B133-4056-B0D2-36A4ECB8F605}" srcOrd="0" destOrd="0" presId="urn:microsoft.com/office/officeart/2005/8/layout/hierarchy6"/>
    <dgm:cxn modelId="{8F124BB3-E8D2-442E-90C0-381A6F32A95E}" srcId="{7BC43F38-62DC-4B38-B66A-51FB91F2861C}" destId="{B515D420-590C-42E9-802F-BEE3F3293B9C}" srcOrd="0" destOrd="0" parTransId="{3E0A2978-0EEB-49B9-B21E-972D1AB7DCE1}" sibTransId="{C7D9310B-86C9-4D35-871F-B591AAE2A695}"/>
    <dgm:cxn modelId="{193C15B5-A0FD-4BE8-B2C5-EF8DC744FBB8}" srcId="{23017607-296D-4FFE-88F1-884FFCB52361}" destId="{5BC09251-6D28-4710-BDF0-4128900C9F8A}" srcOrd="0" destOrd="0" parTransId="{EF5CFFB0-3281-414F-A054-A0ABB18D63D9}" sibTransId="{220A0063-988B-4A75-86D6-FBB7832462B4}"/>
    <dgm:cxn modelId="{11CCA2B8-3DF6-49BC-A6BF-E698ACB84433}" srcId="{5C1E863E-257A-4428-9543-7F4B80492AFD}" destId="{98A4FDF1-D966-4BAF-9B07-D76FD3FC425E}" srcOrd="1" destOrd="0" parTransId="{FC73AA62-5713-4E35-9145-0F3360B64359}" sibTransId="{5D9FC715-2F45-4728-B339-A20A7E5C67F5}"/>
    <dgm:cxn modelId="{03C5DAB8-E086-47FC-B658-36119D4E9358}" type="presOf" srcId="{CA417B0A-1E65-451B-B398-F91A40391796}" destId="{47A89BDC-4F0A-49C1-A884-F2F5A629F09E}" srcOrd="0" destOrd="0" presId="urn:microsoft.com/office/officeart/2005/8/layout/hierarchy6"/>
    <dgm:cxn modelId="{027B75C0-C72F-497A-B48A-676FED454499}" srcId="{1BEA3962-0FC4-4868-830D-5A82C896EF01}" destId="{3D946C6F-AB59-4E1F-9EE2-37B22AA34F36}" srcOrd="0" destOrd="0" parTransId="{C970FCFF-5D19-4445-B717-040C2DDA502C}" sibTransId="{798E8B38-09F0-47D5-88C2-FFC4E7765FC3}"/>
    <dgm:cxn modelId="{5850B7C1-B24D-4653-A76C-6A8DDAE4E21A}" type="presOf" srcId="{B515D420-590C-42E9-802F-BEE3F3293B9C}" destId="{6C0D5DE6-F712-4FC8-862B-2A70FC1B562E}" srcOrd="0" destOrd="0" presId="urn:microsoft.com/office/officeart/2005/8/layout/hierarchy6"/>
    <dgm:cxn modelId="{D32260C3-D515-4BEF-84E4-350720B39754}" srcId="{CC0546E9-0133-49CB-8FB8-10CADDA31494}" destId="{F12684B1-678E-4145-883E-AE194C711048}" srcOrd="0" destOrd="0" parTransId="{9D59AC7E-7ED5-4AC5-81A1-3A9CA6A548D7}" sibTransId="{67070FC1-DEC9-4F60-B916-8EC6396F010C}"/>
    <dgm:cxn modelId="{EC6F0DC6-F850-4CDC-B401-00E29288FBCB}" type="presOf" srcId="{0F84ACC7-64C9-4D59-BE35-5E9A0AC0923B}" destId="{FF71500E-31A1-48F1-9B02-FC9EFB88DC52}" srcOrd="0" destOrd="0" presId="urn:microsoft.com/office/officeart/2005/8/layout/hierarchy6"/>
    <dgm:cxn modelId="{03DE4FCA-9584-4BB6-8343-DD7B2A97459F}" srcId="{B515D420-590C-42E9-802F-BEE3F3293B9C}" destId="{D5538B57-C499-418B-A3B8-576408F22A49}" srcOrd="2" destOrd="0" parTransId="{67182FD8-DDA9-463C-9174-163DAF2C6AC7}" sibTransId="{62C21CE5-993F-4C2B-B827-2777F14AF505}"/>
    <dgm:cxn modelId="{95D55BCE-005C-4685-933E-F71A8F1B9C35}" type="presOf" srcId="{CE400F9A-7292-408F-A5F8-83C8318CEB37}" destId="{E111971D-C0C3-4F09-9E08-C4A5F7713190}" srcOrd="0" destOrd="0" presId="urn:microsoft.com/office/officeart/2005/8/layout/hierarchy6"/>
    <dgm:cxn modelId="{C89C0BD8-94CD-4779-89C4-5B17CAD5D5A7}" type="presOf" srcId="{D5538B57-C499-418B-A3B8-576408F22A49}" destId="{894E6972-3CCD-4E7D-B6CA-7AAA76E0BA95}" srcOrd="0" destOrd="0" presId="urn:microsoft.com/office/officeart/2005/8/layout/hierarchy6"/>
    <dgm:cxn modelId="{EF9983D8-01D5-48A9-A70A-E697F1AE745E}" type="presOf" srcId="{E3EAE3F7-F004-4468-BA3A-6CD17A35D9AF}" destId="{896AC299-24E2-47B0-AF71-07CC55F7A00F}" srcOrd="0" destOrd="0" presId="urn:microsoft.com/office/officeart/2005/8/layout/hierarchy6"/>
    <dgm:cxn modelId="{39CEA5E4-63CC-4026-A6E5-D87DB818D4B8}" type="presOf" srcId="{C970FCFF-5D19-4445-B717-040C2DDA502C}" destId="{89C490AC-CE3D-4F26-8EEF-3AFF972A201A}" srcOrd="0" destOrd="0" presId="urn:microsoft.com/office/officeart/2005/8/layout/hierarchy6"/>
    <dgm:cxn modelId="{480AF1E8-E742-433B-865D-B3741466C17F}" srcId="{3D946C6F-AB59-4E1F-9EE2-37B22AA34F36}" destId="{E3EAE3F7-F004-4468-BA3A-6CD17A35D9AF}" srcOrd="0" destOrd="0" parTransId="{209084EB-654D-43C6-996F-0FAAB408AD05}" sibTransId="{00541DBF-401B-4769-8CDA-4B85237FBD21}"/>
    <dgm:cxn modelId="{B726B6ED-98FB-4072-B5AB-929B9AD84724}" type="presOf" srcId="{1D8C1199-80CE-46B1-8E02-A4F9F221A94E}" destId="{181DFFBE-D005-4BE5-A6FD-E9931B0E8919}" srcOrd="0" destOrd="0" presId="urn:microsoft.com/office/officeart/2005/8/layout/hierarchy6"/>
    <dgm:cxn modelId="{BD93F7EF-9939-4D05-9E91-11020B7B040A}" srcId="{3D946C6F-AB59-4E1F-9EE2-37B22AA34F36}" destId="{6361431C-2F7E-46C7-947C-526B89280C9D}" srcOrd="1" destOrd="0" parTransId="{E25D69DA-2ABD-4ED9-A59C-286D83108734}" sibTransId="{EF779F0B-BE12-45B1-BDD1-BBCB3342EA22}"/>
    <dgm:cxn modelId="{0F1F0AF7-EE62-4645-872C-A46B1D10426B}" type="presOf" srcId="{209084EB-654D-43C6-996F-0FAAB408AD05}" destId="{4ABBF0B7-D804-419A-8685-381B0A5CF9FC}" srcOrd="0" destOrd="0" presId="urn:microsoft.com/office/officeart/2005/8/layout/hierarchy6"/>
    <dgm:cxn modelId="{2D2654A7-C70F-461B-9FE6-B9F327CA8847}" type="presParOf" srcId="{E111971D-C0C3-4F09-9E08-C4A5F7713190}" destId="{123065FA-8176-4AED-87B2-2BC39F9B318D}" srcOrd="0" destOrd="0" presId="urn:microsoft.com/office/officeart/2005/8/layout/hierarchy6"/>
    <dgm:cxn modelId="{340C26BD-F954-4F6E-8268-81E4BEC05A7A}" type="presParOf" srcId="{123065FA-8176-4AED-87B2-2BC39F9B318D}" destId="{984268A6-EC1E-4176-A34E-2E2CAB41ADE9}" srcOrd="0" destOrd="0" presId="urn:microsoft.com/office/officeart/2005/8/layout/hierarchy6"/>
    <dgm:cxn modelId="{3AC10869-74FB-4ED0-B769-2ACE12037205}" type="presParOf" srcId="{984268A6-EC1E-4176-A34E-2E2CAB41ADE9}" destId="{E162D292-9B2D-4C47-B2DA-B77004E8B889}" srcOrd="0" destOrd="0" presId="urn:microsoft.com/office/officeart/2005/8/layout/hierarchy6"/>
    <dgm:cxn modelId="{9E491B92-D622-4929-AF9A-4F944D36A5CE}" type="presParOf" srcId="{E162D292-9B2D-4C47-B2DA-B77004E8B889}" destId="{574D9DA8-FB47-4AD4-B1D5-730CDC2C4120}" srcOrd="0" destOrd="0" presId="urn:microsoft.com/office/officeart/2005/8/layout/hierarchy6"/>
    <dgm:cxn modelId="{729ADAE1-1B61-4311-8BE1-6F0C3A3AD4B8}" type="presParOf" srcId="{E162D292-9B2D-4C47-B2DA-B77004E8B889}" destId="{A87E9151-0835-4B68-A7A3-0A7AE9FB1D85}" srcOrd="1" destOrd="0" presId="urn:microsoft.com/office/officeart/2005/8/layout/hierarchy6"/>
    <dgm:cxn modelId="{8C2C734B-B4CD-40B1-BE6C-35CFB3D7D0F8}" type="presParOf" srcId="{A87E9151-0835-4B68-A7A3-0A7AE9FB1D85}" destId="{FF71500E-31A1-48F1-9B02-FC9EFB88DC52}" srcOrd="0" destOrd="0" presId="urn:microsoft.com/office/officeart/2005/8/layout/hierarchy6"/>
    <dgm:cxn modelId="{BD5DD5D7-D1AC-4185-B568-A8846678A8AF}" type="presParOf" srcId="{A87E9151-0835-4B68-A7A3-0A7AE9FB1D85}" destId="{E5FABE31-B09C-4FF9-8AF1-DA100E860ED2}" srcOrd="1" destOrd="0" presId="urn:microsoft.com/office/officeart/2005/8/layout/hierarchy6"/>
    <dgm:cxn modelId="{4E4D466E-EF20-40D6-BE14-BB9B9A2A5A91}" type="presParOf" srcId="{E5FABE31-B09C-4FF9-8AF1-DA100E860ED2}" destId="{0900EBBD-D655-4376-97DC-A4114DC7F8CA}" srcOrd="0" destOrd="0" presId="urn:microsoft.com/office/officeart/2005/8/layout/hierarchy6"/>
    <dgm:cxn modelId="{D111A401-5B06-4DDA-80D1-30197CF902D6}" type="presParOf" srcId="{E5FABE31-B09C-4FF9-8AF1-DA100E860ED2}" destId="{FE8503C8-4422-4F99-8FBF-803376046936}" srcOrd="1" destOrd="0" presId="urn:microsoft.com/office/officeart/2005/8/layout/hierarchy6"/>
    <dgm:cxn modelId="{B80C829F-58B3-4F92-88F1-65340BCB6DF8}" type="presParOf" srcId="{FE8503C8-4422-4F99-8FBF-803376046936}" destId="{36E2ADC4-56B9-4694-8452-987FA7A0F0FC}" srcOrd="0" destOrd="0" presId="urn:microsoft.com/office/officeart/2005/8/layout/hierarchy6"/>
    <dgm:cxn modelId="{1E871A1C-1C37-40CD-B123-209B43B94192}" type="presParOf" srcId="{FE8503C8-4422-4F99-8FBF-803376046936}" destId="{64C215A2-F90B-48FE-AAEA-16A51AD0BE46}" srcOrd="1" destOrd="0" presId="urn:microsoft.com/office/officeart/2005/8/layout/hierarchy6"/>
    <dgm:cxn modelId="{5318DFF3-5848-418C-9649-88F1A956644F}" type="presParOf" srcId="{64C215A2-F90B-48FE-AAEA-16A51AD0BE46}" destId="{6C0D5DE6-F712-4FC8-862B-2A70FC1B562E}" srcOrd="0" destOrd="0" presId="urn:microsoft.com/office/officeart/2005/8/layout/hierarchy6"/>
    <dgm:cxn modelId="{3357B98B-CDCF-4921-950E-4674285B9F44}" type="presParOf" srcId="{64C215A2-F90B-48FE-AAEA-16A51AD0BE46}" destId="{FC27B914-AB19-4E17-98B3-9989B22BA756}" srcOrd="1" destOrd="0" presId="urn:microsoft.com/office/officeart/2005/8/layout/hierarchy6"/>
    <dgm:cxn modelId="{942C58EF-1056-44E8-99EB-0FE739B2CA6B}" type="presParOf" srcId="{FC27B914-AB19-4E17-98B3-9989B22BA756}" destId="{CFCE597D-2596-4AE0-88C9-AF1A2DE101EE}" srcOrd="0" destOrd="0" presId="urn:microsoft.com/office/officeart/2005/8/layout/hierarchy6"/>
    <dgm:cxn modelId="{7463E3A0-6831-4A97-AC8A-5A835A04133A}" type="presParOf" srcId="{FC27B914-AB19-4E17-98B3-9989B22BA756}" destId="{B6394E75-36B8-4D29-9DC1-1085E64B2C7C}" srcOrd="1" destOrd="0" presId="urn:microsoft.com/office/officeart/2005/8/layout/hierarchy6"/>
    <dgm:cxn modelId="{4ACEB7FC-B3B4-4389-AD84-5C380FB62F47}" type="presParOf" srcId="{B6394E75-36B8-4D29-9DC1-1085E64B2C7C}" destId="{6BDC7876-2813-4760-A29F-30A37409486D}" srcOrd="0" destOrd="0" presId="urn:microsoft.com/office/officeart/2005/8/layout/hierarchy6"/>
    <dgm:cxn modelId="{F3E89D88-8570-402C-903E-09A95B5E94C8}" type="presParOf" srcId="{B6394E75-36B8-4D29-9DC1-1085E64B2C7C}" destId="{A62F9148-241D-48DA-983E-5E63942F62D2}" srcOrd="1" destOrd="0" presId="urn:microsoft.com/office/officeart/2005/8/layout/hierarchy6"/>
    <dgm:cxn modelId="{1539933C-9DE4-428E-9143-C6F6B9845C48}" type="presParOf" srcId="{A62F9148-241D-48DA-983E-5E63942F62D2}" destId="{B57FC8B0-F1F5-4E71-ACDE-2A4588F36776}" srcOrd="0" destOrd="0" presId="urn:microsoft.com/office/officeart/2005/8/layout/hierarchy6"/>
    <dgm:cxn modelId="{5CCD4F1C-3E92-4824-A5E6-BAC03D91BC0A}" type="presParOf" srcId="{A62F9148-241D-48DA-983E-5E63942F62D2}" destId="{F5D1CA7D-F32B-4E32-BA49-BD24350DB6DC}" srcOrd="1" destOrd="0" presId="urn:microsoft.com/office/officeart/2005/8/layout/hierarchy6"/>
    <dgm:cxn modelId="{ACA10078-F21E-45DA-90C1-789EBD4C44ED}" type="presParOf" srcId="{F5D1CA7D-F32B-4E32-BA49-BD24350DB6DC}" destId="{8B8E5516-6E6B-4E58-B944-7FD237E0CFA9}" srcOrd="0" destOrd="0" presId="urn:microsoft.com/office/officeart/2005/8/layout/hierarchy6"/>
    <dgm:cxn modelId="{656A2926-4E33-48A4-95BB-C855F8868AC1}" type="presParOf" srcId="{F5D1CA7D-F32B-4E32-BA49-BD24350DB6DC}" destId="{A320F886-A1D2-4D14-8A4C-516C52D4D193}" srcOrd="1" destOrd="0" presId="urn:microsoft.com/office/officeart/2005/8/layout/hierarchy6"/>
    <dgm:cxn modelId="{DCFB1FBD-5B3D-44CF-ACBA-BB99B72BD53A}" type="presParOf" srcId="{A320F886-A1D2-4D14-8A4C-516C52D4D193}" destId="{049D6D2B-5825-4810-B834-10EB147FFF2A}" srcOrd="0" destOrd="0" presId="urn:microsoft.com/office/officeart/2005/8/layout/hierarchy6"/>
    <dgm:cxn modelId="{3703A2D3-3D1C-40DD-9918-7B677BBEA11C}" type="presParOf" srcId="{A320F886-A1D2-4D14-8A4C-516C52D4D193}" destId="{88C2B578-4B8F-4B91-A47C-D21D694F7662}" srcOrd="1" destOrd="0" presId="urn:microsoft.com/office/officeart/2005/8/layout/hierarchy6"/>
    <dgm:cxn modelId="{C953D174-E4B1-4724-98D4-7F4050F24787}" type="presParOf" srcId="{88C2B578-4B8F-4B91-A47C-D21D694F7662}" destId="{C9EA88D9-7699-4E78-A338-8B00F60F4D89}" srcOrd="0" destOrd="0" presId="urn:microsoft.com/office/officeart/2005/8/layout/hierarchy6"/>
    <dgm:cxn modelId="{5A9BD05A-28F7-4ADF-A339-702836C5CC95}" type="presParOf" srcId="{88C2B578-4B8F-4B91-A47C-D21D694F7662}" destId="{49B69274-4D1C-459D-BC7E-E68F694224D5}" srcOrd="1" destOrd="0" presId="urn:microsoft.com/office/officeart/2005/8/layout/hierarchy6"/>
    <dgm:cxn modelId="{783C9A15-0BA1-40A0-81AF-9994B33319E8}" type="presParOf" srcId="{49B69274-4D1C-459D-BC7E-E68F694224D5}" destId="{89C490AC-CE3D-4F26-8EEF-3AFF972A201A}" srcOrd="0" destOrd="0" presId="urn:microsoft.com/office/officeart/2005/8/layout/hierarchy6"/>
    <dgm:cxn modelId="{89ECB53B-2832-4ECD-8814-65D4617E0091}" type="presParOf" srcId="{49B69274-4D1C-459D-BC7E-E68F694224D5}" destId="{F8F5087D-E485-4184-A8ED-1882E1A3D358}" srcOrd="1" destOrd="0" presId="urn:microsoft.com/office/officeart/2005/8/layout/hierarchy6"/>
    <dgm:cxn modelId="{12BDE228-D189-4307-9C39-B46DF6852FD6}" type="presParOf" srcId="{F8F5087D-E485-4184-A8ED-1882E1A3D358}" destId="{29DB429C-00BE-4C88-B993-3F30F5A91D47}" srcOrd="0" destOrd="0" presId="urn:microsoft.com/office/officeart/2005/8/layout/hierarchy6"/>
    <dgm:cxn modelId="{0652B280-B158-4C32-9BED-DE7A099D78B6}" type="presParOf" srcId="{F8F5087D-E485-4184-A8ED-1882E1A3D358}" destId="{51779CA0-F226-4E8E-8C70-3F432CCCC981}" srcOrd="1" destOrd="0" presId="urn:microsoft.com/office/officeart/2005/8/layout/hierarchy6"/>
    <dgm:cxn modelId="{FF887EE7-4FB3-499E-9E4E-BDFF690C1202}" type="presParOf" srcId="{51779CA0-F226-4E8E-8C70-3F432CCCC981}" destId="{4ABBF0B7-D804-419A-8685-381B0A5CF9FC}" srcOrd="0" destOrd="0" presId="urn:microsoft.com/office/officeart/2005/8/layout/hierarchy6"/>
    <dgm:cxn modelId="{B24A048D-7648-451E-B6A2-0447665B4B61}" type="presParOf" srcId="{51779CA0-F226-4E8E-8C70-3F432CCCC981}" destId="{BD4B6624-4845-4EE6-ADDE-4D2AE3C769AB}" srcOrd="1" destOrd="0" presId="urn:microsoft.com/office/officeart/2005/8/layout/hierarchy6"/>
    <dgm:cxn modelId="{A96D9767-F9C1-418A-B35D-DE1576ABA805}" type="presParOf" srcId="{BD4B6624-4845-4EE6-ADDE-4D2AE3C769AB}" destId="{896AC299-24E2-47B0-AF71-07CC55F7A00F}" srcOrd="0" destOrd="0" presId="urn:microsoft.com/office/officeart/2005/8/layout/hierarchy6"/>
    <dgm:cxn modelId="{BCA92452-0921-4F7C-B6B1-DC33F62A0EE8}" type="presParOf" srcId="{BD4B6624-4845-4EE6-ADDE-4D2AE3C769AB}" destId="{6A58F95B-51FE-4AE3-B4F8-080F64E57923}" srcOrd="1" destOrd="0" presId="urn:microsoft.com/office/officeart/2005/8/layout/hierarchy6"/>
    <dgm:cxn modelId="{7C7E3EBA-3154-48CE-8E9F-3973DEFB8A7A}" type="presParOf" srcId="{51779CA0-F226-4E8E-8C70-3F432CCCC981}" destId="{34B1E5CB-0C96-4A34-865D-D140071AE619}" srcOrd="2" destOrd="0" presId="urn:microsoft.com/office/officeart/2005/8/layout/hierarchy6"/>
    <dgm:cxn modelId="{09F4679F-AD02-44A7-B8EA-4462389D6D56}" type="presParOf" srcId="{51779CA0-F226-4E8E-8C70-3F432CCCC981}" destId="{86C5F428-08E3-4DE7-8E0D-618A0B2C6248}" srcOrd="3" destOrd="0" presId="urn:microsoft.com/office/officeart/2005/8/layout/hierarchy6"/>
    <dgm:cxn modelId="{95CDF6CD-E5F8-4CCF-B4F9-7FAC1CC0B7BA}" type="presParOf" srcId="{86C5F428-08E3-4DE7-8E0D-618A0B2C6248}" destId="{DFF70967-DA28-47FD-A669-CC18E4B0F3F9}" srcOrd="0" destOrd="0" presId="urn:microsoft.com/office/officeart/2005/8/layout/hierarchy6"/>
    <dgm:cxn modelId="{1568BDF2-E5AA-4963-84CE-C9F0F62C215C}" type="presParOf" srcId="{86C5F428-08E3-4DE7-8E0D-618A0B2C6248}" destId="{247CC3FE-369E-489E-81F8-0389ACDA7CCC}" srcOrd="1" destOrd="0" presId="urn:microsoft.com/office/officeart/2005/8/layout/hierarchy6"/>
    <dgm:cxn modelId="{4C51DBCC-40CF-40C8-AFE3-7F369E5A34EC}" type="presParOf" srcId="{A62F9148-241D-48DA-983E-5E63942F62D2}" destId="{4BD25B32-1BDD-44DA-A865-E2D6397FA632}" srcOrd="2" destOrd="0" presId="urn:microsoft.com/office/officeart/2005/8/layout/hierarchy6"/>
    <dgm:cxn modelId="{9EBA5D7C-22C9-41C2-A8EB-4C82CC3A5521}" type="presParOf" srcId="{A62F9148-241D-48DA-983E-5E63942F62D2}" destId="{3078A1D3-360E-457B-BFC5-4C0C7680DFD7}" srcOrd="3" destOrd="0" presId="urn:microsoft.com/office/officeart/2005/8/layout/hierarchy6"/>
    <dgm:cxn modelId="{FBE0309B-0EA0-450C-89CE-8418E18459E5}" type="presParOf" srcId="{3078A1D3-360E-457B-BFC5-4C0C7680DFD7}" destId="{47665CE6-A1EF-4724-9009-665A782E74BF}" srcOrd="0" destOrd="0" presId="urn:microsoft.com/office/officeart/2005/8/layout/hierarchy6"/>
    <dgm:cxn modelId="{B9B7D039-36EB-4EBC-A090-10A43C7C2CF9}" type="presParOf" srcId="{3078A1D3-360E-457B-BFC5-4C0C7680DFD7}" destId="{206DD035-0A49-4BCE-AE81-DA698CC0ECE6}" srcOrd="1" destOrd="0" presId="urn:microsoft.com/office/officeart/2005/8/layout/hierarchy6"/>
    <dgm:cxn modelId="{F079E665-66E7-4CCA-93D0-480E79A259F5}" type="presParOf" srcId="{206DD035-0A49-4BCE-AE81-DA698CC0ECE6}" destId="{DA5B5247-67B0-43AB-BDDF-27CFE7ABA1A1}" srcOrd="0" destOrd="0" presId="urn:microsoft.com/office/officeart/2005/8/layout/hierarchy6"/>
    <dgm:cxn modelId="{953325EE-F9C9-458C-9589-5E465954575F}" type="presParOf" srcId="{206DD035-0A49-4BCE-AE81-DA698CC0ECE6}" destId="{0CCBB7E4-5405-4FC4-86C6-7F9193C357F8}" srcOrd="1" destOrd="0" presId="urn:microsoft.com/office/officeart/2005/8/layout/hierarchy6"/>
    <dgm:cxn modelId="{DF919EA3-74A2-4EF9-81F1-88624ADE8AE5}" type="presParOf" srcId="{0CCBB7E4-5405-4FC4-86C6-7F9193C357F8}" destId="{47A89BDC-4F0A-49C1-A884-F2F5A629F09E}" srcOrd="0" destOrd="0" presId="urn:microsoft.com/office/officeart/2005/8/layout/hierarchy6"/>
    <dgm:cxn modelId="{D803A89D-7EA6-47E0-94E1-FB8A24E27C68}" type="presParOf" srcId="{0CCBB7E4-5405-4FC4-86C6-7F9193C357F8}" destId="{EEB00FAC-6CB6-4A6E-BE5A-9C45187AA872}" srcOrd="1" destOrd="0" presId="urn:microsoft.com/office/officeart/2005/8/layout/hierarchy6"/>
    <dgm:cxn modelId="{0EE79B6E-761A-4284-B162-07E25B511341}" type="presParOf" srcId="{FC27B914-AB19-4E17-98B3-9989B22BA756}" destId="{C78C703B-3AE4-4514-B7F6-B09DB628D0AE}" srcOrd="2" destOrd="0" presId="urn:microsoft.com/office/officeart/2005/8/layout/hierarchy6"/>
    <dgm:cxn modelId="{2671A6C9-4E6D-4E11-A9C2-BDFFFF765036}" type="presParOf" srcId="{FC27B914-AB19-4E17-98B3-9989B22BA756}" destId="{6D63CB37-2C61-49E8-9B21-074947E24B42}" srcOrd="3" destOrd="0" presId="urn:microsoft.com/office/officeart/2005/8/layout/hierarchy6"/>
    <dgm:cxn modelId="{B0E1DEB4-C071-4281-B3F4-112D765C8BE2}" type="presParOf" srcId="{6D63CB37-2C61-49E8-9B21-074947E24B42}" destId="{D3AA1A7A-CBF9-45F1-8B6A-29947BFFF7C8}" srcOrd="0" destOrd="0" presId="urn:microsoft.com/office/officeart/2005/8/layout/hierarchy6"/>
    <dgm:cxn modelId="{4D045296-6067-495B-BBF8-760869B82FF8}" type="presParOf" srcId="{6D63CB37-2C61-49E8-9B21-074947E24B42}" destId="{26C5A446-1912-4931-8165-7B6116258F0C}" srcOrd="1" destOrd="0" presId="urn:microsoft.com/office/officeart/2005/8/layout/hierarchy6"/>
    <dgm:cxn modelId="{FFBCCACD-87F1-49AB-85C6-06F2BD1B73B0}" type="presParOf" srcId="{26C5A446-1912-4931-8165-7B6116258F0C}" destId="{C2D5DDBE-3FEE-400F-8227-E6E0C5288AD2}" srcOrd="0" destOrd="0" presId="urn:microsoft.com/office/officeart/2005/8/layout/hierarchy6"/>
    <dgm:cxn modelId="{93BDF439-06D6-4A4F-83BA-6DBCFBEB8692}" type="presParOf" srcId="{26C5A446-1912-4931-8165-7B6116258F0C}" destId="{4E8A59AB-38BE-4098-8216-F8EE8C0AF998}" srcOrd="1" destOrd="0" presId="urn:microsoft.com/office/officeart/2005/8/layout/hierarchy6"/>
    <dgm:cxn modelId="{67BBE6D4-5A71-4B1E-99F4-D380CCACBDE0}" type="presParOf" srcId="{4E8A59AB-38BE-4098-8216-F8EE8C0AF998}" destId="{8AEECDC7-B133-4056-B0D2-36A4ECB8F605}" srcOrd="0" destOrd="0" presId="urn:microsoft.com/office/officeart/2005/8/layout/hierarchy6"/>
    <dgm:cxn modelId="{9A791624-8629-41E5-90A6-C7615E8C1BE4}" type="presParOf" srcId="{4E8A59AB-38BE-4098-8216-F8EE8C0AF998}" destId="{0B0CEBC2-7BA3-4EF8-95F6-4A8E483163B5}" srcOrd="1" destOrd="0" presId="urn:microsoft.com/office/officeart/2005/8/layout/hierarchy6"/>
    <dgm:cxn modelId="{B9ADB139-B822-4E5E-91B8-3713CAFB300D}" type="presParOf" srcId="{0B0CEBC2-7BA3-4EF8-95F6-4A8E483163B5}" destId="{A97F1187-6A41-42E8-9442-16D1D9B5D9CE}" srcOrd="0" destOrd="0" presId="urn:microsoft.com/office/officeart/2005/8/layout/hierarchy6"/>
    <dgm:cxn modelId="{FFFC6059-5613-4B16-AA6E-5FA6B810B563}" type="presParOf" srcId="{0B0CEBC2-7BA3-4EF8-95F6-4A8E483163B5}" destId="{21531B7A-54EB-47E5-B537-7ABE46416C55}" srcOrd="1" destOrd="0" presId="urn:microsoft.com/office/officeart/2005/8/layout/hierarchy6"/>
    <dgm:cxn modelId="{BA03F576-9347-4737-BA85-1DCB4AC89D7F}" type="presParOf" srcId="{21531B7A-54EB-47E5-B537-7ABE46416C55}" destId="{042407FA-52EF-4CCB-A86B-FA62A1D2B76C}" srcOrd="0" destOrd="0" presId="urn:microsoft.com/office/officeart/2005/8/layout/hierarchy6"/>
    <dgm:cxn modelId="{224B9BDC-4D14-4E7D-BAF9-0E053A97F28C}" type="presParOf" srcId="{21531B7A-54EB-47E5-B537-7ABE46416C55}" destId="{7B28A928-0616-4C63-8DCB-146ACB486B29}" srcOrd="1" destOrd="0" presId="urn:microsoft.com/office/officeart/2005/8/layout/hierarchy6"/>
    <dgm:cxn modelId="{A08055C4-9AA4-4968-A244-7BB261AFC7CC}" type="presParOf" srcId="{0B0CEBC2-7BA3-4EF8-95F6-4A8E483163B5}" destId="{04F7A75C-09B7-4C3C-B63B-21F74F2B9503}" srcOrd="2" destOrd="0" presId="urn:microsoft.com/office/officeart/2005/8/layout/hierarchy6"/>
    <dgm:cxn modelId="{0DE0F482-C2C2-4371-82EF-039CE268FE7E}" type="presParOf" srcId="{0B0CEBC2-7BA3-4EF8-95F6-4A8E483163B5}" destId="{FF02E70D-34C2-4F0E-8B7F-720D2C30EEE6}" srcOrd="3" destOrd="0" presId="urn:microsoft.com/office/officeart/2005/8/layout/hierarchy6"/>
    <dgm:cxn modelId="{391153E4-BC8A-474B-B863-ED68293EE675}" type="presParOf" srcId="{FF02E70D-34C2-4F0E-8B7F-720D2C30EEE6}" destId="{78AA9313-6EA1-4422-91D0-4956818A702E}" srcOrd="0" destOrd="0" presId="urn:microsoft.com/office/officeart/2005/8/layout/hierarchy6"/>
    <dgm:cxn modelId="{6D4C6ACF-8AA1-477C-8B54-DAE0BE30B13C}" type="presParOf" srcId="{FF02E70D-34C2-4F0E-8B7F-720D2C30EEE6}" destId="{4F3380FF-4B9C-4414-B0D8-143E434C83F2}" srcOrd="1" destOrd="0" presId="urn:microsoft.com/office/officeart/2005/8/layout/hierarchy6"/>
    <dgm:cxn modelId="{62FDA114-A327-4BE1-BE83-0E06D597CA51}" type="presParOf" srcId="{26C5A446-1912-4931-8165-7B6116258F0C}" destId="{181DFFBE-D005-4BE5-A6FD-E9931B0E8919}" srcOrd="2" destOrd="0" presId="urn:microsoft.com/office/officeart/2005/8/layout/hierarchy6"/>
    <dgm:cxn modelId="{1848308B-B7AE-4C03-9826-7FE17256F29A}" type="presParOf" srcId="{26C5A446-1912-4931-8165-7B6116258F0C}" destId="{5E626B37-6D90-43E5-9F5B-26865763F16F}" srcOrd="3" destOrd="0" presId="urn:microsoft.com/office/officeart/2005/8/layout/hierarchy6"/>
    <dgm:cxn modelId="{41650043-D0AC-41C9-8570-4253E9FC837B}" type="presParOf" srcId="{5E626B37-6D90-43E5-9F5B-26865763F16F}" destId="{AC524814-A78C-4003-AE11-653ED225FDD3}" srcOrd="0" destOrd="0" presId="urn:microsoft.com/office/officeart/2005/8/layout/hierarchy6"/>
    <dgm:cxn modelId="{D4B65A4A-A7F4-4E36-A839-F03F34FA0790}" type="presParOf" srcId="{5E626B37-6D90-43E5-9F5B-26865763F16F}" destId="{54290F24-CF82-43ED-BF22-F8545C64522C}" srcOrd="1" destOrd="0" presId="urn:microsoft.com/office/officeart/2005/8/layout/hierarchy6"/>
    <dgm:cxn modelId="{32F572F9-C384-4103-8170-359C47FBD395}" type="presParOf" srcId="{54290F24-CF82-43ED-BF22-F8545C64522C}" destId="{A15E456B-74C3-430F-A1F6-B4FB858697F3}" srcOrd="0" destOrd="0" presId="urn:microsoft.com/office/officeart/2005/8/layout/hierarchy6"/>
    <dgm:cxn modelId="{2DC45030-2FBB-4505-B08F-E144F487A70F}" type="presParOf" srcId="{54290F24-CF82-43ED-BF22-F8545C64522C}" destId="{409F29DF-4696-43E9-B5D3-C617669F18B9}" srcOrd="1" destOrd="0" presId="urn:microsoft.com/office/officeart/2005/8/layout/hierarchy6"/>
    <dgm:cxn modelId="{43AC0837-46B6-4CFC-98D1-D89EE0D353C4}" type="presParOf" srcId="{409F29DF-4696-43E9-B5D3-C617669F18B9}" destId="{50F74D2E-1EE6-434D-874F-A621F8948B5D}" srcOrd="0" destOrd="0" presId="urn:microsoft.com/office/officeart/2005/8/layout/hierarchy6"/>
    <dgm:cxn modelId="{2A244536-1FB4-4544-BF77-480EAED26EE4}" type="presParOf" srcId="{409F29DF-4696-43E9-B5D3-C617669F18B9}" destId="{BCC7284B-102F-4DB0-87E8-C435C256E3EA}" srcOrd="1" destOrd="0" presId="urn:microsoft.com/office/officeart/2005/8/layout/hierarchy6"/>
    <dgm:cxn modelId="{BB7B6B5B-8E52-4AC3-A364-58AF60DAAAF3}" type="presParOf" srcId="{FC27B914-AB19-4E17-98B3-9989B22BA756}" destId="{89B4BE03-27EE-49D5-BAF0-D635A7FBCC14}" srcOrd="4" destOrd="0" presId="urn:microsoft.com/office/officeart/2005/8/layout/hierarchy6"/>
    <dgm:cxn modelId="{A582700E-FD6E-4DEF-A888-AED2159526A2}" type="presParOf" srcId="{FC27B914-AB19-4E17-98B3-9989B22BA756}" destId="{2C24ABA6-DDDD-4CF6-8A9A-F0187355531F}" srcOrd="5" destOrd="0" presId="urn:microsoft.com/office/officeart/2005/8/layout/hierarchy6"/>
    <dgm:cxn modelId="{A60A88A2-B731-4FEB-944E-3530E034E9EA}" type="presParOf" srcId="{2C24ABA6-DDDD-4CF6-8A9A-F0187355531F}" destId="{894E6972-3CCD-4E7D-B6CA-7AAA76E0BA95}" srcOrd="0" destOrd="0" presId="urn:microsoft.com/office/officeart/2005/8/layout/hierarchy6"/>
    <dgm:cxn modelId="{A8657C46-2919-4D0A-A988-75C012E35E42}" type="presParOf" srcId="{2C24ABA6-DDDD-4CF6-8A9A-F0187355531F}" destId="{F1595383-C529-4576-9079-7E015CAC5A09}" srcOrd="1" destOrd="0" presId="urn:microsoft.com/office/officeart/2005/8/layout/hierarchy6"/>
    <dgm:cxn modelId="{3F043238-53CC-496F-B79C-8EDF70989885}" type="presParOf" srcId="{F1595383-C529-4576-9079-7E015CAC5A09}" destId="{9546EB64-6CC5-4FA1-8D70-55B930E3491C}" srcOrd="0" destOrd="0" presId="urn:microsoft.com/office/officeart/2005/8/layout/hierarchy6"/>
    <dgm:cxn modelId="{9D749CA9-5710-4814-A980-90EBC9F42FA2}" type="presParOf" srcId="{F1595383-C529-4576-9079-7E015CAC5A09}" destId="{88C6989D-71BC-454E-9C13-D792D8202787}" srcOrd="1" destOrd="0" presId="urn:microsoft.com/office/officeart/2005/8/layout/hierarchy6"/>
    <dgm:cxn modelId="{B7540051-7FB0-4D89-873A-7A68D476D867}" type="presParOf" srcId="{88C6989D-71BC-454E-9C13-D792D8202787}" destId="{B21E585A-F365-4EF8-9A29-E61FD4D944F2}" srcOrd="0" destOrd="0" presId="urn:microsoft.com/office/officeart/2005/8/layout/hierarchy6"/>
    <dgm:cxn modelId="{82CE6F6C-DA71-410B-908E-FB18D66B25A1}" type="presParOf" srcId="{88C6989D-71BC-454E-9C13-D792D8202787}" destId="{386F7D4E-7C42-47BB-A0AE-6DCD32560C33}" srcOrd="1" destOrd="0" presId="urn:microsoft.com/office/officeart/2005/8/layout/hierarchy6"/>
    <dgm:cxn modelId="{D14076B7-D718-450D-A0DF-EBBD4FEC553D}" type="presParOf" srcId="{386F7D4E-7C42-47BB-A0AE-6DCD32560C33}" destId="{A4BB0D70-B56F-4770-9448-4A2C0E398379}" srcOrd="0" destOrd="0" presId="urn:microsoft.com/office/officeart/2005/8/layout/hierarchy6"/>
    <dgm:cxn modelId="{DAA59E59-9CA7-486E-9B87-FBE6BC5D006A}" type="presParOf" srcId="{386F7D4E-7C42-47BB-A0AE-6DCD32560C33}" destId="{BFD0595F-EA29-4C01-AC67-68E2059340C5}" srcOrd="1" destOrd="0" presId="urn:microsoft.com/office/officeart/2005/8/layout/hierarchy6"/>
    <dgm:cxn modelId="{27CB2CAD-1E5C-4D94-92CE-AE01C9C01753}" type="presParOf" srcId="{BFD0595F-EA29-4C01-AC67-68E2059340C5}" destId="{59082F8F-5328-4BA8-B062-80997473E7B8}" srcOrd="0" destOrd="0" presId="urn:microsoft.com/office/officeart/2005/8/layout/hierarchy6"/>
    <dgm:cxn modelId="{36F7FC38-7314-4ED1-B4B7-3480A24E1882}" type="presParOf" srcId="{BFD0595F-EA29-4C01-AC67-68E2059340C5}" destId="{80EC28E4-060A-46B1-AAD6-7512E1055198}" srcOrd="1" destOrd="0" presId="urn:microsoft.com/office/officeart/2005/8/layout/hierarchy6"/>
    <dgm:cxn modelId="{D7580333-C19D-4CAD-B4F8-E88D9EA59BF2}" type="presParOf" srcId="{80EC28E4-060A-46B1-AAD6-7512E1055198}" destId="{CA817463-C1FB-4F3A-9496-126E85F8AD49}" srcOrd="0" destOrd="0" presId="urn:microsoft.com/office/officeart/2005/8/layout/hierarchy6"/>
    <dgm:cxn modelId="{5E57E527-DD91-46DE-99EF-330BDFBB8A91}" type="presParOf" srcId="{80EC28E4-060A-46B1-AAD6-7512E1055198}" destId="{09BBD0FA-5613-4EA8-A10C-601AB2828945}" srcOrd="1" destOrd="0" presId="urn:microsoft.com/office/officeart/2005/8/layout/hierarchy6"/>
    <dgm:cxn modelId="{04DC5751-867C-4331-8202-9DF3C5D2FC99}" type="presParOf" srcId="{09BBD0FA-5613-4EA8-A10C-601AB2828945}" destId="{D0EA6A2E-C4F5-4D94-8034-763B809686A6}" srcOrd="0" destOrd="0" presId="urn:microsoft.com/office/officeart/2005/8/layout/hierarchy6"/>
    <dgm:cxn modelId="{423C056A-83B0-4334-A25E-87FC03F99F47}" type="presParOf" srcId="{09BBD0FA-5613-4EA8-A10C-601AB2828945}" destId="{61FDE8B5-5C43-4C46-9495-B308B67DA75D}" srcOrd="1" destOrd="0" presId="urn:microsoft.com/office/officeart/2005/8/layout/hierarchy6"/>
    <dgm:cxn modelId="{A243F9D6-1A33-43BA-9A8E-217CBA6C99D4}" type="presParOf" srcId="{80EC28E4-060A-46B1-AAD6-7512E1055198}" destId="{9C994E4E-3A73-4278-A978-5D09D06FC116}" srcOrd="2" destOrd="0" presId="urn:microsoft.com/office/officeart/2005/8/layout/hierarchy6"/>
    <dgm:cxn modelId="{1CD7CB76-3FD5-45D7-95E0-84B9EF274FE6}" type="presParOf" srcId="{80EC28E4-060A-46B1-AAD6-7512E1055198}" destId="{0B6B3253-1615-4DB6-83DC-E6D27F2684AA}" srcOrd="3" destOrd="0" presId="urn:microsoft.com/office/officeart/2005/8/layout/hierarchy6"/>
    <dgm:cxn modelId="{FCBB7BB3-A9A2-49C9-920B-14285A83385C}" type="presParOf" srcId="{0B6B3253-1615-4DB6-83DC-E6D27F2684AA}" destId="{E2DCEED1-6933-4F92-9507-788119E72FC2}" srcOrd="0" destOrd="0" presId="urn:microsoft.com/office/officeart/2005/8/layout/hierarchy6"/>
    <dgm:cxn modelId="{4A7766D6-96BA-454C-BD81-F4135D0F90DE}" type="presParOf" srcId="{0B6B3253-1615-4DB6-83DC-E6D27F2684AA}" destId="{8EFD1E3B-1D4A-4074-8297-63175E143BF7}" srcOrd="1" destOrd="0" presId="urn:microsoft.com/office/officeart/2005/8/layout/hierarchy6"/>
    <dgm:cxn modelId="{402991ED-7764-4D07-B276-0E20A63DDD42}" type="presParOf" srcId="{E111971D-C0C3-4F09-9E08-C4A5F7713190}" destId="{37F30EA2-D1F8-4F58-A6FF-E342BF735544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4D9DA8-FB47-4AD4-B1D5-730CDC2C4120}">
      <dsp:nvSpPr>
        <dsp:cNvPr id="0" name=""/>
        <dsp:cNvSpPr/>
      </dsp:nvSpPr>
      <dsp:spPr>
        <a:xfrm>
          <a:off x="5532896" y="3875"/>
          <a:ext cx="846040" cy="564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CEO</a:t>
          </a:r>
        </a:p>
      </dsp:txBody>
      <dsp:txXfrm>
        <a:off x="5549416" y="20395"/>
        <a:ext cx="813000" cy="530986"/>
      </dsp:txXfrm>
    </dsp:sp>
    <dsp:sp modelId="{FF71500E-31A1-48F1-9B02-FC9EFB88DC52}">
      <dsp:nvSpPr>
        <dsp:cNvPr id="0" name=""/>
        <dsp:cNvSpPr/>
      </dsp:nvSpPr>
      <dsp:spPr>
        <a:xfrm>
          <a:off x="5910196" y="567902"/>
          <a:ext cx="91440" cy="22561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561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00EBBD-D655-4376-97DC-A4114DC7F8CA}">
      <dsp:nvSpPr>
        <dsp:cNvPr id="0" name=""/>
        <dsp:cNvSpPr/>
      </dsp:nvSpPr>
      <dsp:spPr>
        <a:xfrm>
          <a:off x="5532896" y="793513"/>
          <a:ext cx="846040" cy="564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CHRO</a:t>
          </a:r>
        </a:p>
      </dsp:txBody>
      <dsp:txXfrm>
        <a:off x="5549416" y="810033"/>
        <a:ext cx="813000" cy="530986"/>
      </dsp:txXfrm>
    </dsp:sp>
    <dsp:sp modelId="{36E2ADC4-56B9-4694-8452-987FA7A0F0FC}">
      <dsp:nvSpPr>
        <dsp:cNvPr id="0" name=""/>
        <dsp:cNvSpPr/>
      </dsp:nvSpPr>
      <dsp:spPr>
        <a:xfrm>
          <a:off x="5910196" y="1357540"/>
          <a:ext cx="91440" cy="22561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56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0D5DE6-F712-4FC8-862B-2A70FC1B562E}">
      <dsp:nvSpPr>
        <dsp:cNvPr id="0" name=""/>
        <dsp:cNvSpPr/>
      </dsp:nvSpPr>
      <dsp:spPr>
        <a:xfrm>
          <a:off x="5532896" y="1583150"/>
          <a:ext cx="846040" cy="564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VP</a:t>
          </a:r>
        </a:p>
      </dsp:txBody>
      <dsp:txXfrm>
        <a:off x="5549416" y="1599670"/>
        <a:ext cx="813000" cy="530986"/>
      </dsp:txXfrm>
    </dsp:sp>
    <dsp:sp modelId="{CFCE597D-2596-4AE0-88C9-AF1A2DE101EE}">
      <dsp:nvSpPr>
        <dsp:cNvPr id="0" name=""/>
        <dsp:cNvSpPr/>
      </dsp:nvSpPr>
      <dsp:spPr>
        <a:xfrm>
          <a:off x="3206285" y="2147177"/>
          <a:ext cx="2749631" cy="225610"/>
        </a:xfrm>
        <a:custGeom>
          <a:avLst/>
          <a:gdLst/>
          <a:ahLst/>
          <a:cxnLst/>
          <a:rect l="0" t="0" r="0" b="0"/>
          <a:pathLst>
            <a:path>
              <a:moveTo>
                <a:pt x="2749631" y="0"/>
              </a:moveTo>
              <a:lnTo>
                <a:pt x="2749631" y="112805"/>
              </a:lnTo>
              <a:lnTo>
                <a:pt x="0" y="112805"/>
              </a:lnTo>
              <a:lnTo>
                <a:pt x="0" y="2256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DC7876-2813-4760-A29F-30A37409486D}">
      <dsp:nvSpPr>
        <dsp:cNvPr id="0" name=""/>
        <dsp:cNvSpPr/>
      </dsp:nvSpPr>
      <dsp:spPr>
        <a:xfrm>
          <a:off x="2783264" y="2372788"/>
          <a:ext cx="846040" cy="564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HR Director</a:t>
          </a:r>
        </a:p>
      </dsp:txBody>
      <dsp:txXfrm>
        <a:off x="2799784" y="2389308"/>
        <a:ext cx="813000" cy="530986"/>
      </dsp:txXfrm>
    </dsp:sp>
    <dsp:sp modelId="{B57FC8B0-F1F5-4E71-ACDE-2A4588F36776}">
      <dsp:nvSpPr>
        <dsp:cNvPr id="0" name=""/>
        <dsp:cNvSpPr/>
      </dsp:nvSpPr>
      <dsp:spPr>
        <a:xfrm>
          <a:off x="2656358" y="2936815"/>
          <a:ext cx="549926" cy="225610"/>
        </a:xfrm>
        <a:custGeom>
          <a:avLst/>
          <a:gdLst/>
          <a:ahLst/>
          <a:cxnLst/>
          <a:rect l="0" t="0" r="0" b="0"/>
          <a:pathLst>
            <a:path>
              <a:moveTo>
                <a:pt x="549926" y="0"/>
              </a:moveTo>
              <a:lnTo>
                <a:pt x="549926" y="112805"/>
              </a:lnTo>
              <a:lnTo>
                <a:pt x="0" y="112805"/>
              </a:lnTo>
              <a:lnTo>
                <a:pt x="0" y="2256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8E5516-6E6B-4E58-B944-7FD237E0CFA9}">
      <dsp:nvSpPr>
        <dsp:cNvPr id="0" name=""/>
        <dsp:cNvSpPr/>
      </dsp:nvSpPr>
      <dsp:spPr>
        <a:xfrm>
          <a:off x="2233338" y="3162426"/>
          <a:ext cx="846040" cy="564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HR Senior Manager</a:t>
          </a:r>
        </a:p>
      </dsp:txBody>
      <dsp:txXfrm>
        <a:off x="2249858" y="3178946"/>
        <a:ext cx="813000" cy="530986"/>
      </dsp:txXfrm>
    </dsp:sp>
    <dsp:sp modelId="{049D6D2B-5825-4810-B834-10EB147FFF2A}">
      <dsp:nvSpPr>
        <dsp:cNvPr id="0" name=""/>
        <dsp:cNvSpPr/>
      </dsp:nvSpPr>
      <dsp:spPr>
        <a:xfrm>
          <a:off x="2610638" y="3726453"/>
          <a:ext cx="91440" cy="22561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56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EA88D9-7699-4E78-A338-8B00F60F4D89}">
      <dsp:nvSpPr>
        <dsp:cNvPr id="0" name=""/>
        <dsp:cNvSpPr/>
      </dsp:nvSpPr>
      <dsp:spPr>
        <a:xfrm>
          <a:off x="2233338" y="3952064"/>
          <a:ext cx="846040" cy="564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HR Manager</a:t>
          </a:r>
        </a:p>
      </dsp:txBody>
      <dsp:txXfrm>
        <a:off x="2249858" y="3968584"/>
        <a:ext cx="813000" cy="530986"/>
      </dsp:txXfrm>
    </dsp:sp>
    <dsp:sp modelId="{89C490AC-CE3D-4F26-8EEF-3AFF972A201A}">
      <dsp:nvSpPr>
        <dsp:cNvPr id="0" name=""/>
        <dsp:cNvSpPr/>
      </dsp:nvSpPr>
      <dsp:spPr>
        <a:xfrm>
          <a:off x="2610638" y="4516091"/>
          <a:ext cx="91440" cy="22561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56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DB429C-00BE-4C88-B993-3F30F5A91D47}">
      <dsp:nvSpPr>
        <dsp:cNvPr id="0" name=""/>
        <dsp:cNvSpPr/>
      </dsp:nvSpPr>
      <dsp:spPr>
        <a:xfrm>
          <a:off x="2233338" y="4741701"/>
          <a:ext cx="846040" cy="564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HR Generalist</a:t>
          </a:r>
        </a:p>
      </dsp:txBody>
      <dsp:txXfrm>
        <a:off x="2249858" y="4758221"/>
        <a:ext cx="813000" cy="530986"/>
      </dsp:txXfrm>
    </dsp:sp>
    <dsp:sp modelId="{4ABBF0B7-D804-419A-8685-381B0A5CF9FC}">
      <dsp:nvSpPr>
        <dsp:cNvPr id="0" name=""/>
        <dsp:cNvSpPr/>
      </dsp:nvSpPr>
      <dsp:spPr>
        <a:xfrm>
          <a:off x="2106432" y="5305728"/>
          <a:ext cx="549926" cy="225610"/>
        </a:xfrm>
        <a:custGeom>
          <a:avLst/>
          <a:gdLst/>
          <a:ahLst/>
          <a:cxnLst/>
          <a:rect l="0" t="0" r="0" b="0"/>
          <a:pathLst>
            <a:path>
              <a:moveTo>
                <a:pt x="549926" y="0"/>
              </a:moveTo>
              <a:lnTo>
                <a:pt x="549926" y="112805"/>
              </a:lnTo>
              <a:lnTo>
                <a:pt x="0" y="112805"/>
              </a:lnTo>
              <a:lnTo>
                <a:pt x="0" y="2256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6AC299-24E2-47B0-AF71-07CC55F7A00F}">
      <dsp:nvSpPr>
        <dsp:cNvPr id="0" name=""/>
        <dsp:cNvSpPr/>
      </dsp:nvSpPr>
      <dsp:spPr>
        <a:xfrm>
          <a:off x="1683412" y="5531339"/>
          <a:ext cx="846040" cy="564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HR Specialist</a:t>
          </a:r>
        </a:p>
      </dsp:txBody>
      <dsp:txXfrm>
        <a:off x="1699932" y="5547859"/>
        <a:ext cx="813000" cy="530986"/>
      </dsp:txXfrm>
    </dsp:sp>
    <dsp:sp modelId="{34B1E5CB-0C96-4A34-865D-D140071AE619}">
      <dsp:nvSpPr>
        <dsp:cNvPr id="0" name=""/>
        <dsp:cNvSpPr/>
      </dsp:nvSpPr>
      <dsp:spPr>
        <a:xfrm>
          <a:off x="2656358" y="5305728"/>
          <a:ext cx="549926" cy="2256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805"/>
              </a:lnTo>
              <a:lnTo>
                <a:pt x="549926" y="112805"/>
              </a:lnTo>
              <a:lnTo>
                <a:pt x="549926" y="2256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F70967-DA28-47FD-A669-CC18E4B0F3F9}">
      <dsp:nvSpPr>
        <dsp:cNvPr id="0" name=""/>
        <dsp:cNvSpPr/>
      </dsp:nvSpPr>
      <dsp:spPr>
        <a:xfrm>
          <a:off x="2783264" y="5531339"/>
          <a:ext cx="846040" cy="564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Payroll Specialist</a:t>
          </a:r>
        </a:p>
      </dsp:txBody>
      <dsp:txXfrm>
        <a:off x="2799784" y="5547859"/>
        <a:ext cx="813000" cy="530986"/>
      </dsp:txXfrm>
    </dsp:sp>
    <dsp:sp modelId="{4BD25B32-1BDD-44DA-A865-E2D6397FA632}">
      <dsp:nvSpPr>
        <dsp:cNvPr id="0" name=""/>
        <dsp:cNvSpPr/>
      </dsp:nvSpPr>
      <dsp:spPr>
        <a:xfrm>
          <a:off x="3206285" y="2936815"/>
          <a:ext cx="549926" cy="2256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805"/>
              </a:lnTo>
              <a:lnTo>
                <a:pt x="549926" y="112805"/>
              </a:lnTo>
              <a:lnTo>
                <a:pt x="549926" y="2256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665CE6-A1EF-4724-9009-665A782E74BF}">
      <dsp:nvSpPr>
        <dsp:cNvPr id="0" name=""/>
        <dsp:cNvSpPr/>
      </dsp:nvSpPr>
      <dsp:spPr>
        <a:xfrm>
          <a:off x="3333191" y="3162426"/>
          <a:ext cx="846040" cy="564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Compensation &amp; Benefits Senior Manager</a:t>
          </a:r>
        </a:p>
      </dsp:txBody>
      <dsp:txXfrm>
        <a:off x="3349711" y="3178946"/>
        <a:ext cx="813000" cy="530986"/>
      </dsp:txXfrm>
    </dsp:sp>
    <dsp:sp modelId="{DA5B5247-67B0-43AB-BDDF-27CFE7ABA1A1}">
      <dsp:nvSpPr>
        <dsp:cNvPr id="0" name=""/>
        <dsp:cNvSpPr/>
      </dsp:nvSpPr>
      <dsp:spPr>
        <a:xfrm>
          <a:off x="3710491" y="3726453"/>
          <a:ext cx="91440" cy="22561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56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A89BDC-4F0A-49C1-A884-F2F5A629F09E}">
      <dsp:nvSpPr>
        <dsp:cNvPr id="0" name=""/>
        <dsp:cNvSpPr/>
      </dsp:nvSpPr>
      <dsp:spPr>
        <a:xfrm>
          <a:off x="3333191" y="3952064"/>
          <a:ext cx="846040" cy="564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Compensation &amp; Benefits Manager</a:t>
          </a:r>
        </a:p>
      </dsp:txBody>
      <dsp:txXfrm>
        <a:off x="3349711" y="3968584"/>
        <a:ext cx="813000" cy="530986"/>
      </dsp:txXfrm>
    </dsp:sp>
    <dsp:sp modelId="{C78C703B-3AE4-4514-B7F6-B09DB628D0AE}">
      <dsp:nvSpPr>
        <dsp:cNvPr id="0" name=""/>
        <dsp:cNvSpPr/>
      </dsp:nvSpPr>
      <dsp:spPr>
        <a:xfrm>
          <a:off x="5955916" y="2147177"/>
          <a:ext cx="274963" cy="2256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805"/>
              </a:lnTo>
              <a:lnTo>
                <a:pt x="274963" y="112805"/>
              </a:lnTo>
              <a:lnTo>
                <a:pt x="274963" y="2256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AA1A7A-CBF9-45F1-8B6A-29947BFFF7C8}">
      <dsp:nvSpPr>
        <dsp:cNvPr id="0" name=""/>
        <dsp:cNvSpPr/>
      </dsp:nvSpPr>
      <dsp:spPr>
        <a:xfrm>
          <a:off x="5807859" y="2372788"/>
          <a:ext cx="846040" cy="564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Recruitment Director</a:t>
          </a:r>
        </a:p>
      </dsp:txBody>
      <dsp:txXfrm>
        <a:off x="5824379" y="2389308"/>
        <a:ext cx="813000" cy="530986"/>
      </dsp:txXfrm>
    </dsp:sp>
    <dsp:sp modelId="{C2D5DDBE-3FEE-400F-8227-E6E0C5288AD2}">
      <dsp:nvSpPr>
        <dsp:cNvPr id="0" name=""/>
        <dsp:cNvSpPr/>
      </dsp:nvSpPr>
      <dsp:spPr>
        <a:xfrm>
          <a:off x="5405990" y="2936815"/>
          <a:ext cx="824889" cy="225610"/>
        </a:xfrm>
        <a:custGeom>
          <a:avLst/>
          <a:gdLst/>
          <a:ahLst/>
          <a:cxnLst/>
          <a:rect l="0" t="0" r="0" b="0"/>
          <a:pathLst>
            <a:path>
              <a:moveTo>
                <a:pt x="824889" y="0"/>
              </a:moveTo>
              <a:lnTo>
                <a:pt x="824889" y="112805"/>
              </a:lnTo>
              <a:lnTo>
                <a:pt x="0" y="112805"/>
              </a:lnTo>
              <a:lnTo>
                <a:pt x="0" y="2256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EECDC7-B133-4056-B0D2-36A4ECB8F605}">
      <dsp:nvSpPr>
        <dsp:cNvPr id="0" name=""/>
        <dsp:cNvSpPr/>
      </dsp:nvSpPr>
      <dsp:spPr>
        <a:xfrm>
          <a:off x="4982970" y="3162426"/>
          <a:ext cx="846040" cy="564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Recruiter</a:t>
          </a:r>
        </a:p>
      </dsp:txBody>
      <dsp:txXfrm>
        <a:off x="4999490" y="3178946"/>
        <a:ext cx="813000" cy="530986"/>
      </dsp:txXfrm>
    </dsp:sp>
    <dsp:sp modelId="{A97F1187-6A41-42E8-9442-16D1D9B5D9CE}">
      <dsp:nvSpPr>
        <dsp:cNvPr id="0" name=""/>
        <dsp:cNvSpPr/>
      </dsp:nvSpPr>
      <dsp:spPr>
        <a:xfrm>
          <a:off x="4856064" y="3726453"/>
          <a:ext cx="549926" cy="225610"/>
        </a:xfrm>
        <a:custGeom>
          <a:avLst/>
          <a:gdLst/>
          <a:ahLst/>
          <a:cxnLst/>
          <a:rect l="0" t="0" r="0" b="0"/>
          <a:pathLst>
            <a:path>
              <a:moveTo>
                <a:pt x="549926" y="0"/>
              </a:moveTo>
              <a:lnTo>
                <a:pt x="549926" y="112805"/>
              </a:lnTo>
              <a:lnTo>
                <a:pt x="0" y="112805"/>
              </a:lnTo>
              <a:lnTo>
                <a:pt x="0" y="2256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2407FA-52EF-4CCB-A86B-FA62A1D2B76C}">
      <dsp:nvSpPr>
        <dsp:cNvPr id="0" name=""/>
        <dsp:cNvSpPr/>
      </dsp:nvSpPr>
      <dsp:spPr>
        <a:xfrm>
          <a:off x="4433043" y="3952064"/>
          <a:ext cx="846040" cy="564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Recruiting Coordinator</a:t>
          </a:r>
        </a:p>
      </dsp:txBody>
      <dsp:txXfrm>
        <a:off x="4449563" y="3968584"/>
        <a:ext cx="813000" cy="530986"/>
      </dsp:txXfrm>
    </dsp:sp>
    <dsp:sp modelId="{04F7A75C-09B7-4C3C-B63B-21F74F2B9503}">
      <dsp:nvSpPr>
        <dsp:cNvPr id="0" name=""/>
        <dsp:cNvSpPr/>
      </dsp:nvSpPr>
      <dsp:spPr>
        <a:xfrm>
          <a:off x="5405990" y="3726453"/>
          <a:ext cx="549926" cy="2256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805"/>
              </a:lnTo>
              <a:lnTo>
                <a:pt x="549926" y="112805"/>
              </a:lnTo>
              <a:lnTo>
                <a:pt x="549926" y="2256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AA9313-6EA1-4422-91D0-4956818A702E}">
      <dsp:nvSpPr>
        <dsp:cNvPr id="0" name=""/>
        <dsp:cNvSpPr/>
      </dsp:nvSpPr>
      <dsp:spPr>
        <a:xfrm>
          <a:off x="5532896" y="3952064"/>
          <a:ext cx="846040" cy="564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Recruiting Coordinator</a:t>
          </a:r>
        </a:p>
      </dsp:txBody>
      <dsp:txXfrm>
        <a:off x="5549416" y="3968584"/>
        <a:ext cx="813000" cy="530986"/>
      </dsp:txXfrm>
    </dsp:sp>
    <dsp:sp modelId="{181DFFBE-D005-4BE5-A6FD-E9931B0E8919}">
      <dsp:nvSpPr>
        <dsp:cNvPr id="0" name=""/>
        <dsp:cNvSpPr/>
      </dsp:nvSpPr>
      <dsp:spPr>
        <a:xfrm>
          <a:off x="6230879" y="2936815"/>
          <a:ext cx="824889" cy="2256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805"/>
              </a:lnTo>
              <a:lnTo>
                <a:pt x="824889" y="112805"/>
              </a:lnTo>
              <a:lnTo>
                <a:pt x="824889" y="2256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524814-A78C-4003-AE11-653ED225FDD3}">
      <dsp:nvSpPr>
        <dsp:cNvPr id="0" name=""/>
        <dsp:cNvSpPr/>
      </dsp:nvSpPr>
      <dsp:spPr>
        <a:xfrm>
          <a:off x="6632748" y="3162426"/>
          <a:ext cx="846040" cy="564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Recruiter</a:t>
          </a:r>
        </a:p>
      </dsp:txBody>
      <dsp:txXfrm>
        <a:off x="6649268" y="3178946"/>
        <a:ext cx="813000" cy="530986"/>
      </dsp:txXfrm>
    </dsp:sp>
    <dsp:sp modelId="{A15E456B-74C3-430F-A1F6-B4FB858697F3}">
      <dsp:nvSpPr>
        <dsp:cNvPr id="0" name=""/>
        <dsp:cNvSpPr/>
      </dsp:nvSpPr>
      <dsp:spPr>
        <a:xfrm>
          <a:off x="7010049" y="3726453"/>
          <a:ext cx="91440" cy="22561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56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F74D2E-1EE6-434D-874F-A621F8948B5D}">
      <dsp:nvSpPr>
        <dsp:cNvPr id="0" name=""/>
        <dsp:cNvSpPr/>
      </dsp:nvSpPr>
      <dsp:spPr>
        <a:xfrm>
          <a:off x="6632748" y="3952064"/>
          <a:ext cx="846040" cy="564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Executive Search Coordinator</a:t>
          </a:r>
        </a:p>
      </dsp:txBody>
      <dsp:txXfrm>
        <a:off x="6649268" y="3968584"/>
        <a:ext cx="813000" cy="530986"/>
      </dsp:txXfrm>
    </dsp:sp>
    <dsp:sp modelId="{89B4BE03-27EE-49D5-BAF0-D635A7FBCC14}">
      <dsp:nvSpPr>
        <dsp:cNvPr id="0" name=""/>
        <dsp:cNvSpPr/>
      </dsp:nvSpPr>
      <dsp:spPr>
        <a:xfrm>
          <a:off x="5955916" y="2147177"/>
          <a:ext cx="2749631" cy="2256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805"/>
              </a:lnTo>
              <a:lnTo>
                <a:pt x="2749631" y="112805"/>
              </a:lnTo>
              <a:lnTo>
                <a:pt x="2749631" y="2256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4E6972-3CCD-4E7D-B6CA-7AAA76E0BA95}">
      <dsp:nvSpPr>
        <dsp:cNvPr id="0" name=""/>
        <dsp:cNvSpPr/>
      </dsp:nvSpPr>
      <dsp:spPr>
        <a:xfrm>
          <a:off x="8282527" y="2372788"/>
          <a:ext cx="846040" cy="564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Training Director</a:t>
          </a:r>
        </a:p>
      </dsp:txBody>
      <dsp:txXfrm>
        <a:off x="8299047" y="2389308"/>
        <a:ext cx="813000" cy="530986"/>
      </dsp:txXfrm>
    </dsp:sp>
    <dsp:sp modelId="{9546EB64-6CC5-4FA1-8D70-55B930E3491C}">
      <dsp:nvSpPr>
        <dsp:cNvPr id="0" name=""/>
        <dsp:cNvSpPr/>
      </dsp:nvSpPr>
      <dsp:spPr>
        <a:xfrm>
          <a:off x="8659828" y="2936815"/>
          <a:ext cx="91440" cy="22561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56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1E585A-F365-4EF8-9A29-E61FD4D944F2}">
      <dsp:nvSpPr>
        <dsp:cNvPr id="0" name=""/>
        <dsp:cNvSpPr/>
      </dsp:nvSpPr>
      <dsp:spPr>
        <a:xfrm>
          <a:off x="8282527" y="3162426"/>
          <a:ext cx="846040" cy="564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/>
            <a:t>Training Senior Manager</a:t>
          </a:r>
          <a:endParaRPr lang="en-GB" sz="800" kern="1200" dirty="0"/>
        </a:p>
      </dsp:txBody>
      <dsp:txXfrm>
        <a:off x="8299047" y="3178946"/>
        <a:ext cx="813000" cy="530986"/>
      </dsp:txXfrm>
    </dsp:sp>
    <dsp:sp modelId="{A4BB0D70-B56F-4770-9448-4A2C0E398379}">
      <dsp:nvSpPr>
        <dsp:cNvPr id="0" name=""/>
        <dsp:cNvSpPr/>
      </dsp:nvSpPr>
      <dsp:spPr>
        <a:xfrm>
          <a:off x="8659828" y="3726453"/>
          <a:ext cx="91440" cy="22561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56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082F8F-5328-4BA8-B062-80997473E7B8}">
      <dsp:nvSpPr>
        <dsp:cNvPr id="0" name=""/>
        <dsp:cNvSpPr/>
      </dsp:nvSpPr>
      <dsp:spPr>
        <a:xfrm>
          <a:off x="8282527" y="3952064"/>
          <a:ext cx="846040" cy="564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Training Manager</a:t>
          </a:r>
        </a:p>
      </dsp:txBody>
      <dsp:txXfrm>
        <a:off x="8299047" y="3968584"/>
        <a:ext cx="813000" cy="530986"/>
      </dsp:txXfrm>
    </dsp:sp>
    <dsp:sp modelId="{CA817463-C1FB-4F3A-9496-126E85F8AD49}">
      <dsp:nvSpPr>
        <dsp:cNvPr id="0" name=""/>
        <dsp:cNvSpPr/>
      </dsp:nvSpPr>
      <dsp:spPr>
        <a:xfrm>
          <a:off x="8155621" y="4516091"/>
          <a:ext cx="549926" cy="225610"/>
        </a:xfrm>
        <a:custGeom>
          <a:avLst/>
          <a:gdLst/>
          <a:ahLst/>
          <a:cxnLst/>
          <a:rect l="0" t="0" r="0" b="0"/>
          <a:pathLst>
            <a:path>
              <a:moveTo>
                <a:pt x="549926" y="0"/>
              </a:moveTo>
              <a:lnTo>
                <a:pt x="549926" y="112805"/>
              </a:lnTo>
              <a:lnTo>
                <a:pt x="0" y="112805"/>
              </a:lnTo>
              <a:lnTo>
                <a:pt x="0" y="2256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EA6A2E-C4F5-4D94-8034-763B809686A6}">
      <dsp:nvSpPr>
        <dsp:cNvPr id="0" name=""/>
        <dsp:cNvSpPr/>
      </dsp:nvSpPr>
      <dsp:spPr>
        <a:xfrm>
          <a:off x="7732601" y="4741701"/>
          <a:ext cx="846040" cy="564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Training Coordinator</a:t>
          </a:r>
        </a:p>
      </dsp:txBody>
      <dsp:txXfrm>
        <a:off x="7749121" y="4758221"/>
        <a:ext cx="813000" cy="530986"/>
      </dsp:txXfrm>
    </dsp:sp>
    <dsp:sp modelId="{9C994E4E-3A73-4278-A978-5D09D06FC116}">
      <dsp:nvSpPr>
        <dsp:cNvPr id="0" name=""/>
        <dsp:cNvSpPr/>
      </dsp:nvSpPr>
      <dsp:spPr>
        <a:xfrm>
          <a:off x="8705548" y="4516091"/>
          <a:ext cx="549926" cy="2256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805"/>
              </a:lnTo>
              <a:lnTo>
                <a:pt x="549926" y="112805"/>
              </a:lnTo>
              <a:lnTo>
                <a:pt x="549926" y="22561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DCEED1-6933-4F92-9507-788119E72FC2}">
      <dsp:nvSpPr>
        <dsp:cNvPr id="0" name=""/>
        <dsp:cNvSpPr/>
      </dsp:nvSpPr>
      <dsp:spPr>
        <a:xfrm>
          <a:off x="8832454" y="4741701"/>
          <a:ext cx="846040" cy="564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/>
            <a:t>Training Coordinator</a:t>
          </a:r>
        </a:p>
      </dsp:txBody>
      <dsp:txXfrm>
        <a:off x="8848974" y="4758221"/>
        <a:ext cx="813000" cy="5309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D570-C9DC-FB6C-E6CC-A51930EDF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71B6BA-8770-5092-CF74-7248BC93C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C55BE-ADA7-1F0C-056A-CAD9D5083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3BE5-9462-4A05-A275-F4BD42DDFC16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53B19-1FFB-2E50-3197-DE18EEDBC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6DA8B-85DC-A89D-F649-2CFAC83ED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53A33-6BF7-4CAB-B309-8762463101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65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DC7B7-7831-C8A9-F279-1A2D40F00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66DC5-7A45-5883-8E84-5E35D6492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96A1D-435E-65EF-E59D-44CB5BDE3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3BE5-9462-4A05-A275-F4BD42DDFC16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FF194-83D5-C23F-3718-477F69E3D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9C58C-7485-0527-A163-E7D06ABA4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53A33-6BF7-4CAB-B309-8762463101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5059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84F70-94F4-8B81-3476-628E7F8FA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E7C80-7CC9-5AF2-FECB-7065BFC2E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5B020-4AEB-D0CD-ACEF-DB438AA69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3BE5-9462-4A05-A275-F4BD42DDFC16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AD0BE-9985-D7AC-229F-135A36DEE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CF1C6-6EB1-82AA-66E9-C38AD425A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53A33-6BF7-4CAB-B309-8762463101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557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F3B96-ED62-B52B-4620-13A361DFD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4BD4A-3A34-1DC1-CC59-E035CF4E1C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7BF86D-F791-B17E-575A-985207A87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201DC-EA49-A962-2570-0BD65CBF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3BE5-9462-4A05-A275-F4BD42DDFC16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453C6-A736-2326-B689-3657A6189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EFBE5-6CF0-C333-9097-8D8FA30B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53A33-6BF7-4CAB-B309-8762463101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312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BD09D-609D-0A91-B70F-B9AEE7E87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F267A-2AB3-A9E7-D179-F0AA019AD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A08B8-90E3-7DE9-99AE-393EFBD22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83F98-8024-E140-4704-8E6071E460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1B27BA-6F89-0884-371F-0E397D39E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284977-87A5-F373-98B7-DF3E5E914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3BE5-9462-4A05-A275-F4BD42DDFC16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9E5E3-A709-1A40-E919-F780D6A1E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61AA80-28B6-B1D9-6451-98772F505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53A33-6BF7-4CAB-B309-8762463101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1025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39385-82F3-9978-AEF4-84347A71C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5FE1BE-2ABC-801E-7378-E8127A33B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3BE5-9462-4A05-A275-F4BD42DDFC16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6463CE-C7BA-4987-8098-EE090C4DA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0A480-B633-584A-17C9-85731227B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53A33-6BF7-4CAB-B309-8762463101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129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D7BA7-B09E-D7D0-CE39-BD6E03A25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3BE5-9462-4A05-A275-F4BD42DDFC16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77F03F-3DB0-D663-7E6E-4E8B37D8F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E6E86-3982-B3FF-F70B-F1C6D10BB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53A33-6BF7-4CAB-B309-8762463101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385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53621-A7C5-7E30-CC5E-5F673B7A0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7357B-9DD3-87E4-2481-9459B0FA5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13A91-30F2-7A3C-DEFF-1C82AB0B9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8CB12-DFCC-E5CB-055B-F5AD74AD4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3BE5-9462-4A05-A275-F4BD42DDFC16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6139C-CF4C-ECEC-8F18-18570CE1C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C63B3-BE25-4BF8-933F-8F6495588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53A33-6BF7-4CAB-B309-8762463101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4471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04052-9A4C-A828-152E-C1612CE9A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643F6-2C31-A413-7F52-E07E2FE559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5A4F9F-4D72-5378-C8A6-A32E58129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F0B47-3CCE-855F-6C74-A4F6D7D42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3BE5-9462-4A05-A275-F4BD42DDFC16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60626-7E43-E4FE-D12B-4F42894E3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E9F52-8897-22A4-9916-36339F025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53A33-6BF7-4CAB-B309-8762463101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411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343FB-6613-C8B2-9C52-95243AA4D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9E6D46-269D-CEA8-37C4-E6ACED7FC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31C45-D27A-06B5-8E39-E801DB614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3BE5-9462-4A05-A275-F4BD42DDFC16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F7F65-2CF7-72A7-947A-E3FF1703B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AF511-0FA5-EEB6-03C7-94F3413BC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53A33-6BF7-4CAB-B309-8762463101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8742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D4574-DC12-7FA6-9D4E-727429E1B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638C2-064B-67DF-8920-EED6C9536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E62BC-4C32-FB53-A799-0CAD589EB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3BE5-9462-4A05-A275-F4BD42DDFC16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A6535-69C4-8561-8CD6-C0F1AA741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9ABBA-0968-31FE-D6F6-D297D8C13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53A33-6BF7-4CAB-B309-8762463101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926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81795C-162E-9CF8-BBA6-184672AE6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CCBFC-0936-8DBF-55FD-EADB1CD26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AB058-F56E-480D-9ADE-B3FA4991BD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D53BE5-9462-4A05-A275-F4BD42DDFC16}" type="datetimeFigureOut">
              <a:rPr lang="en-GB" smtClean="0"/>
              <a:t>20/03/2026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E11FA-189D-8C77-8176-3C6E5D2DB7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CB334-75BE-5A75-D806-03997665C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553A33-6BF7-4CAB-B309-8762463101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121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D0996F2-6C5F-2886-8AEB-932C64BACD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3289585"/>
              </p:ext>
            </p:extLst>
          </p:nvPr>
        </p:nvGraphicFramePr>
        <p:xfrm>
          <a:off x="359923" y="214009"/>
          <a:ext cx="11361907" cy="6099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363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47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Madelaine Fulford</dc:creator>
  <cp:lastModifiedBy>Madelaine Fulford</cp:lastModifiedBy>
  <cp:revision>1</cp:revision>
  <dcterms:created xsi:type="dcterms:W3CDTF">2026-03-20T10:51:40Z</dcterms:created>
  <dcterms:modified xsi:type="dcterms:W3CDTF">2026-03-20T11:17:15Z</dcterms:modified>
</cp:coreProperties>
</file>